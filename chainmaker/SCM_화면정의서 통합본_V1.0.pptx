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0" r:id="rId2"/>
    <p:sldMasterId id="2147483841" r:id="rId3"/>
  </p:sldMasterIdLst>
  <p:notesMasterIdLst>
    <p:notesMasterId r:id="rId36"/>
  </p:notesMasterIdLst>
  <p:sldIdLst>
    <p:sldId id="256" r:id="rId4"/>
    <p:sldId id="260" r:id="rId5"/>
    <p:sldId id="258" r:id="rId6"/>
    <p:sldId id="259" r:id="rId7"/>
    <p:sldId id="261" r:id="rId8"/>
    <p:sldId id="265" r:id="rId9"/>
    <p:sldId id="266" r:id="rId10"/>
    <p:sldId id="288" r:id="rId11"/>
    <p:sldId id="257" r:id="rId12"/>
    <p:sldId id="264" r:id="rId13"/>
    <p:sldId id="268" r:id="rId14"/>
    <p:sldId id="262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3" r:id="rId28"/>
    <p:sldId id="284" r:id="rId29"/>
    <p:sldId id="285" r:id="rId30"/>
    <p:sldId id="286" r:id="rId31"/>
    <p:sldId id="287" r:id="rId32"/>
    <p:sldId id="263" r:id="rId33"/>
    <p:sldId id="282" r:id="rId34"/>
    <p:sldId id="281" r:id="rId35"/>
  </p:sldIdLst>
  <p:sldSz cx="9907588" cy="6858000"/>
  <p:notesSz cx="6670675" cy="9928225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sz="800" kern="1200">
        <a:solidFill>
          <a:schemeClr val="bg1"/>
        </a:solidFill>
        <a:latin typeface="맑은 고딕" panose="020B0503020000020004" pitchFamily="34" charset="-127"/>
        <a:ea typeface="맑은 고딕" panose="020B0503020000020004" pitchFamily="34" charset="-127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sz="800" kern="1200">
        <a:solidFill>
          <a:schemeClr val="bg1"/>
        </a:solidFill>
        <a:latin typeface="맑은 고딕" panose="020B0503020000020004" pitchFamily="34" charset="-127"/>
        <a:ea typeface="맑은 고딕" panose="020B0503020000020004" pitchFamily="34" charset="-127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sz="800" kern="1200">
        <a:solidFill>
          <a:schemeClr val="bg1"/>
        </a:solidFill>
        <a:latin typeface="맑은 고딕" panose="020B0503020000020004" pitchFamily="34" charset="-127"/>
        <a:ea typeface="맑은 고딕" panose="020B0503020000020004" pitchFamily="34" charset="-127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sz="800" kern="1200">
        <a:solidFill>
          <a:schemeClr val="bg1"/>
        </a:solidFill>
        <a:latin typeface="맑은 고딕" panose="020B0503020000020004" pitchFamily="34" charset="-127"/>
        <a:ea typeface="맑은 고딕" panose="020B0503020000020004" pitchFamily="34" charset="-127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sz="800" kern="1200">
        <a:solidFill>
          <a:schemeClr val="bg1"/>
        </a:solidFill>
        <a:latin typeface="맑은 고딕" panose="020B0503020000020004" pitchFamily="34" charset="-127"/>
        <a:ea typeface="맑은 고딕" panose="020B0503020000020004" pitchFamily="34" charset="-127"/>
        <a:cs typeface="+mn-cs"/>
      </a:defRPr>
    </a:lvl5pPr>
    <a:lvl6pPr marL="2286000" algn="l" defTabSz="914400" rtl="0" eaLnBrk="1" latinLnBrk="0" hangingPunct="1">
      <a:defRPr sz="800" kern="1200">
        <a:solidFill>
          <a:schemeClr val="bg1"/>
        </a:solidFill>
        <a:latin typeface="맑은 고딕" panose="020B0503020000020004" pitchFamily="34" charset="-127"/>
        <a:ea typeface="맑은 고딕" panose="020B0503020000020004" pitchFamily="34" charset="-127"/>
        <a:cs typeface="+mn-cs"/>
      </a:defRPr>
    </a:lvl6pPr>
    <a:lvl7pPr marL="2743200" algn="l" defTabSz="914400" rtl="0" eaLnBrk="1" latinLnBrk="0" hangingPunct="1">
      <a:defRPr sz="800" kern="1200">
        <a:solidFill>
          <a:schemeClr val="bg1"/>
        </a:solidFill>
        <a:latin typeface="맑은 고딕" panose="020B0503020000020004" pitchFamily="34" charset="-127"/>
        <a:ea typeface="맑은 고딕" panose="020B0503020000020004" pitchFamily="34" charset="-127"/>
        <a:cs typeface="+mn-cs"/>
      </a:defRPr>
    </a:lvl7pPr>
    <a:lvl8pPr marL="3200400" algn="l" defTabSz="914400" rtl="0" eaLnBrk="1" latinLnBrk="0" hangingPunct="1">
      <a:defRPr sz="800" kern="1200">
        <a:solidFill>
          <a:schemeClr val="bg1"/>
        </a:solidFill>
        <a:latin typeface="맑은 고딕" panose="020B0503020000020004" pitchFamily="34" charset="-127"/>
        <a:ea typeface="맑은 고딕" panose="020B0503020000020004" pitchFamily="34" charset="-127"/>
        <a:cs typeface="+mn-cs"/>
      </a:defRPr>
    </a:lvl8pPr>
    <a:lvl9pPr marL="3657600" algn="l" defTabSz="914400" rtl="0" eaLnBrk="1" latinLnBrk="0" hangingPunct="1">
      <a:defRPr sz="800" kern="1200">
        <a:solidFill>
          <a:schemeClr val="bg1"/>
        </a:solidFill>
        <a:latin typeface="맑은 고딕" panose="020B0503020000020004" pitchFamily="34" charset="-127"/>
        <a:ea typeface="맑은 고딕" panose="020B0503020000020004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 도현" initials="이도" lastIdx="1" clrIdx="0">
    <p:extLst>
      <p:ext uri="{19B8F6BF-5375-455C-9EA6-DF929625EA0E}">
        <p15:presenceInfo xmlns:p15="http://schemas.microsoft.com/office/powerpoint/2012/main" userId="9f5372d59c3ec91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6D4795-0CA1-4A24-96CF-891934784217}" v="32" dt="2020-11-08T23:47:44.0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254" autoAdjust="0"/>
  </p:normalViewPr>
  <p:slideViewPr>
    <p:cSldViewPr>
      <p:cViewPr>
        <p:scale>
          <a:sx n="100" d="100"/>
          <a:sy n="100" d="100"/>
        </p:scale>
        <p:origin x="-426" y="102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microsoft.com/office/2016/11/relationships/changesInfo" Target="changesInfos/changesInfo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microsoft.com/office/2015/10/relationships/revisionInfo" Target="revisionInfo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 도현" userId="9f5372d59c3ec911" providerId="LiveId" clId="{256D4795-0CA1-4A24-96CF-891934784217}"/>
    <pc:docChg chg="undo custSel modSld">
      <pc:chgData name="이 도현" userId="9f5372d59c3ec911" providerId="LiveId" clId="{256D4795-0CA1-4A24-96CF-891934784217}" dt="2020-11-08T23:49:27.390" v="351" actId="1076"/>
      <pc:docMkLst>
        <pc:docMk/>
      </pc:docMkLst>
      <pc:sldChg chg="modSp">
        <pc:chgData name="이 도현" userId="9f5372d59c3ec911" providerId="LiveId" clId="{256D4795-0CA1-4A24-96CF-891934784217}" dt="2020-11-08T23:27:23.226" v="151" actId="20577"/>
        <pc:sldMkLst>
          <pc:docMk/>
          <pc:sldMk cId="0" sldId="257"/>
        </pc:sldMkLst>
        <pc:spChg chg="mod">
          <ac:chgData name="이 도현" userId="9f5372d59c3ec911" providerId="LiveId" clId="{256D4795-0CA1-4A24-96CF-891934784217}" dt="2020-11-08T23:21:50.353" v="60" actId="1076"/>
          <ac:spMkLst>
            <pc:docMk/>
            <pc:sldMk cId="0" sldId="257"/>
            <ac:spMk id="72" creationId="{5631A248-77C2-4C48-ACE3-251140DAA0FD}"/>
          </ac:spMkLst>
        </pc:spChg>
        <pc:spChg chg="mod">
          <ac:chgData name="이 도현" userId="9f5372d59c3ec911" providerId="LiveId" clId="{256D4795-0CA1-4A24-96CF-891934784217}" dt="2020-11-08T23:27:23.226" v="151" actId="20577"/>
          <ac:spMkLst>
            <pc:docMk/>
            <pc:sldMk cId="0" sldId="257"/>
            <ac:spMk id="96" creationId="{D3A30C41-585A-4065-BECC-CE994940DB1F}"/>
          </ac:spMkLst>
        </pc:spChg>
        <pc:picChg chg="mod">
          <ac:chgData name="이 도현" userId="9f5372d59c3ec911" providerId="LiveId" clId="{256D4795-0CA1-4A24-96CF-891934784217}" dt="2020-11-06T07:34:27.725" v="3" actId="1076"/>
          <ac:picMkLst>
            <pc:docMk/>
            <pc:sldMk cId="0" sldId="257"/>
            <ac:picMk id="4" creationId="{3D731E95-2861-4C32-8949-9A1D75E80C0B}"/>
          </ac:picMkLst>
        </pc:picChg>
      </pc:sldChg>
      <pc:sldChg chg="modSp">
        <pc:chgData name="이 도현" userId="9f5372d59c3ec911" providerId="LiveId" clId="{256D4795-0CA1-4A24-96CF-891934784217}" dt="2020-11-08T23:27:05.195" v="139" actId="20577"/>
        <pc:sldMkLst>
          <pc:docMk/>
          <pc:sldMk cId="2176923267" sldId="258"/>
        </pc:sldMkLst>
        <pc:spChg chg="mod">
          <ac:chgData name="이 도현" userId="9f5372d59c3ec911" providerId="LiveId" clId="{256D4795-0CA1-4A24-96CF-891934784217}" dt="2020-11-08T23:27:05.195" v="139" actId="20577"/>
          <ac:spMkLst>
            <pc:docMk/>
            <pc:sldMk cId="2176923267" sldId="258"/>
            <ac:spMk id="69" creationId="{82F9A470-8E78-47EB-95B6-4D8C1DAF8A1A}"/>
          </ac:spMkLst>
        </pc:spChg>
        <pc:picChg chg="mod">
          <ac:chgData name="이 도현" userId="9f5372d59c3ec911" providerId="LiveId" clId="{256D4795-0CA1-4A24-96CF-891934784217}" dt="2020-11-08T23:20:58.023" v="41" actId="1076"/>
          <ac:picMkLst>
            <pc:docMk/>
            <pc:sldMk cId="2176923267" sldId="258"/>
            <ac:picMk id="5" creationId="{43157CBD-5609-4755-9553-62069EBC431B}"/>
          </ac:picMkLst>
        </pc:picChg>
      </pc:sldChg>
      <pc:sldChg chg="modSp">
        <pc:chgData name="이 도현" userId="9f5372d59c3ec911" providerId="LiveId" clId="{256D4795-0CA1-4A24-96CF-891934784217}" dt="2020-11-08T23:27:07.995" v="141" actId="20577"/>
        <pc:sldMkLst>
          <pc:docMk/>
          <pc:sldMk cId="1543257580" sldId="259"/>
        </pc:sldMkLst>
        <pc:spChg chg="mod">
          <ac:chgData name="이 도현" userId="9f5372d59c3ec911" providerId="LiveId" clId="{256D4795-0CA1-4A24-96CF-891934784217}" dt="2020-11-08T23:27:07.995" v="141" actId="20577"/>
          <ac:spMkLst>
            <pc:docMk/>
            <pc:sldMk cId="1543257580" sldId="259"/>
            <ac:spMk id="73" creationId="{776CA163-B45F-4D23-A313-6D4A9007FB9C}"/>
          </ac:spMkLst>
        </pc:spChg>
      </pc:sldChg>
      <pc:sldChg chg="modSp">
        <pc:chgData name="이 도현" userId="9f5372d59c3ec911" providerId="LiveId" clId="{256D4795-0CA1-4A24-96CF-891934784217}" dt="2020-11-08T23:27:02.347" v="137" actId="20577"/>
        <pc:sldMkLst>
          <pc:docMk/>
          <pc:sldMk cId="0" sldId="260"/>
        </pc:sldMkLst>
        <pc:spChg chg="mod">
          <ac:chgData name="이 도현" userId="9f5372d59c3ec911" providerId="LiveId" clId="{256D4795-0CA1-4A24-96CF-891934784217}" dt="2020-11-08T23:27:02.347" v="137" actId="20577"/>
          <ac:spMkLst>
            <pc:docMk/>
            <pc:sldMk cId="0" sldId="260"/>
            <ac:spMk id="76" creationId="{D52E7162-C5AD-4396-8FDA-7217F449A0E8}"/>
          </ac:spMkLst>
        </pc:spChg>
      </pc:sldChg>
      <pc:sldChg chg="modSp">
        <pc:chgData name="이 도현" userId="9f5372d59c3ec911" providerId="LiveId" clId="{256D4795-0CA1-4A24-96CF-891934784217}" dt="2020-11-08T23:27:10.707" v="143" actId="20577"/>
        <pc:sldMkLst>
          <pc:docMk/>
          <pc:sldMk cId="425772799" sldId="261"/>
        </pc:sldMkLst>
        <pc:spChg chg="mod">
          <ac:chgData name="이 도현" userId="9f5372d59c3ec911" providerId="LiveId" clId="{256D4795-0CA1-4A24-96CF-891934784217}" dt="2020-11-08T23:27:10.707" v="143" actId="20577"/>
          <ac:spMkLst>
            <pc:docMk/>
            <pc:sldMk cId="425772799" sldId="261"/>
            <ac:spMk id="76" creationId="{D52E7162-C5AD-4396-8FDA-7217F449A0E8}"/>
          </ac:spMkLst>
        </pc:spChg>
      </pc:sldChg>
      <pc:sldChg chg="modSp">
        <pc:chgData name="이 도현" userId="9f5372d59c3ec911" providerId="LiveId" clId="{256D4795-0CA1-4A24-96CF-891934784217}" dt="2020-11-08T23:27:31.723" v="155" actId="20577"/>
        <pc:sldMkLst>
          <pc:docMk/>
          <pc:sldMk cId="4021054800" sldId="262"/>
        </pc:sldMkLst>
        <pc:spChg chg="mod">
          <ac:chgData name="이 도현" userId="9f5372d59c3ec911" providerId="LiveId" clId="{256D4795-0CA1-4A24-96CF-891934784217}" dt="2020-11-08T23:27:31.723" v="155" actId="20577"/>
          <ac:spMkLst>
            <pc:docMk/>
            <pc:sldMk cId="4021054800" sldId="262"/>
            <ac:spMk id="76" creationId="{D52E7162-C5AD-4396-8FDA-7217F449A0E8}"/>
          </ac:spMkLst>
        </pc:spChg>
      </pc:sldChg>
      <pc:sldChg chg="modSp">
        <pc:chgData name="이 도현" userId="9f5372d59c3ec911" providerId="LiveId" clId="{256D4795-0CA1-4A24-96CF-891934784217}" dt="2020-11-08T23:28:36.109" v="189" actId="20577"/>
        <pc:sldMkLst>
          <pc:docMk/>
          <pc:sldMk cId="0" sldId="263"/>
        </pc:sldMkLst>
        <pc:spChg chg="mod">
          <ac:chgData name="이 도현" userId="9f5372d59c3ec911" providerId="LiveId" clId="{256D4795-0CA1-4A24-96CF-891934784217}" dt="2020-11-08T23:28:36.109" v="189" actId="20577"/>
          <ac:spMkLst>
            <pc:docMk/>
            <pc:sldMk cId="0" sldId="263"/>
            <ac:spMk id="81" creationId="{FA43D79D-CEFD-4896-BB02-2A0D193D3FFE}"/>
          </ac:spMkLst>
        </pc:spChg>
      </pc:sldChg>
      <pc:sldChg chg="modSp">
        <pc:chgData name="이 도현" userId="9f5372d59c3ec911" providerId="LiveId" clId="{256D4795-0CA1-4A24-96CF-891934784217}" dt="2020-11-08T23:26:58.971" v="135" actId="20577"/>
        <pc:sldMkLst>
          <pc:docMk/>
          <pc:sldMk cId="2270111562" sldId="264"/>
        </pc:sldMkLst>
        <pc:spChg chg="mod">
          <ac:chgData name="이 도현" userId="9f5372d59c3ec911" providerId="LiveId" clId="{256D4795-0CA1-4A24-96CF-891934784217}" dt="2020-11-08T23:26:58.971" v="135" actId="20577"/>
          <ac:spMkLst>
            <pc:docMk/>
            <pc:sldMk cId="2270111562" sldId="264"/>
            <ac:spMk id="81" creationId="{FA43D79D-CEFD-4896-BB02-2A0D193D3FFE}"/>
          </ac:spMkLst>
        </pc:spChg>
      </pc:sldChg>
      <pc:sldChg chg="modSp">
        <pc:chgData name="이 도현" userId="9f5372d59c3ec911" providerId="LiveId" clId="{256D4795-0CA1-4A24-96CF-891934784217}" dt="2020-11-08T23:27:13.812" v="145" actId="20577"/>
        <pc:sldMkLst>
          <pc:docMk/>
          <pc:sldMk cId="0" sldId="265"/>
        </pc:sldMkLst>
        <pc:spChg chg="mod">
          <ac:chgData name="이 도현" userId="9f5372d59c3ec911" providerId="LiveId" clId="{256D4795-0CA1-4A24-96CF-891934784217}" dt="2020-11-08T23:27:13.812" v="145" actId="20577"/>
          <ac:spMkLst>
            <pc:docMk/>
            <pc:sldMk cId="0" sldId="265"/>
            <ac:spMk id="21" creationId="{00000000-0000-0000-0000-000000000000}"/>
          </ac:spMkLst>
        </pc:spChg>
      </pc:sldChg>
      <pc:sldChg chg="modSp">
        <pc:chgData name="이 도현" userId="9f5372d59c3ec911" providerId="LiveId" clId="{256D4795-0CA1-4A24-96CF-891934784217}" dt="2020-11-08T23:27:16.427" v="147" actId="20577"/>
        <pc:sldMkLst>
          <pc:docMk/>
          <pc:sldMk cId="0" sldId="266"/>
        </pc:sldMkLst>
        <pc:spChg chg="mod">
          <ac:chgData name="이 도현" userId="9f5372d59c3ec911" providerId="LiveId" clId="{256D4795-0CA1-4A24-96CF-891934784217}" dt="2020-11-08T23:27:16.427" v="147" actId="20577"/>
          <ac:spMkLst>
            <pc:docMk/>
            <pc:sldMk cId="0" sldId="266"/>
            <ac:spMk id="4" creationId="{00000000-0000-0000-0000-000000000000}"/>
          </ac:spMkLst>
        </pc:spChg>
      </pc:sldChg>
      <pc:sldChg chg="modSp">
        <pc:chgData name="이 도현" userId="9f5372d59c3ec911" providerId="LiveId" clId="{256D4795-0CA1-4A24-96CF-891934784217}" dt="2020-11-08T23:27:27.443" v="153" actId="20577"/>
        <pc:sldMkLst>
          <pc:docMk/>
          <pc:sldMk cId="0" sldId="268"/>
        </pc:sldMkLst>
        <pc:spChg chg="mod">
          <ac:chgData name="이 도현" userId="9f5372d59c3ec911" providerId="LiveId" clId="{256D4795-0CA1-4A24-96CF-891934784217}" dt="2020-11-08T23:27:27.443" v="153" actId="20577"/>
          <ac:spMkLst>
            <pc:docMk/>
            <pc:sldMk cId="0" sldId="268"/>
            <ac:spMk id="4" creationId="{00000000-0000-0000-0000-000000000000}"/>
          </ac:spMkLst>
        </pc:spChg>
      </pc:sldChg>
      <pc:sldChg chg="addSp modSp addCm">
        <pc:chgData name="이 도현" userId="9f5372d59c3ec911" providerId="LiveId" clId="{256D4795-0CA1-4A24-96CF-891934784217}" dt="2020-11-08T23:49:27.390" v="351" actId="1076"/>
        <pc:sldMkLst>
          <pc:docMk/>
          <pc:sldMk cId="0" sldId="269"/>
        </pc:sldMkLst>
        <pc:spChg chg="add mod">
          <ac:chgData name="이 도현" userId="9f5372d59c3ec911" providerId="LiveId" clId="{256D4795-0CA1-4A24-96CF-891934784217}" dt="2020-11-08T23:49:27.390" v="351" actId="1076"/>
          <ac:spMkLst>
            <pc:docMk/>
            <pc:sldMk cId="0" sldId="269"/>
            <ac:spMk id="3" creationId="{0D320F9D-517A-4541-BA30-107B933D516F}"/>
          </ac:spMkLst>
        </pc:spChg>
      </pc:sldChg>
      <pc:sldChg chg="addSp modSp">
        <pc:chgData name="이 도현" userId="9f5372d59c3ec911" providerId="LiveId" clId="{256D4795-0CA1-4A24-96CF-891934784217}" dt="2020-11-08T23:39:18.850" v="329"/>
        <pc:sldMkLst>
          <pc:docMk/>
          <pc:sldMk cId="0" sldId="270"/>
        </pc:sldMkLst>
        <pc:spChg chg="add mod">
          <ac:chgData name="이 도현" userId="9f5372d59c3ec911" providerId="LiveId" clId="{256D4795-0CA1-4A24-96CF-891934784217}" dt="2020-11-08T23:39:18.850" v="329"/>
          <ac:spMkLst>
            <pc:docMk/>
            <pc:sldMk cId="0" sldId="270"/>
            <ac:spMk id="3" creationId="{37CF3613-804C-4703-8CA4-155B4F7A35B8}"/>
          </ac:spMkLst>
        </pc:spChg>
      </pc:sldChg>
      <pc:sldChg chg="addSp modSp">
        <pc:chgData name="이 도현" userId="9f5372d59c3ec911" providerId="LiveId" clId="{256D4795-0CA1-4A24-96CF-891934784217}" dt="2020-11-08T23:38:58.678" v="328" actId="1076"/>
        <pc:sldMkLst>
          <pc:docMk/>
          <pc:sldMk cId="0" sldId="271"/>
        </pc:sldMkLst>
        <pc:spChg chg="add mod">
          <ac:chgData name="이 도현" userId="9f5372d59c3ec911" providerId="LiveId" clId="{256D4795-0CA1-4A24-96CF-891934784217}" dt="2020-11-08T23:38:58.678" v="328" actId="1076"/>
          <ac:spMkLst>
            <pc:docMk/>
            <pc:sldMk cId="0" sldId="271"/>
            <ac:spMk id="3" creationId="{2831BA59-C58D-4581-9E67-D3E0C4763D35}"/>
          </ac:spMkLst>
        </pc:spChg>
      </pc:sldChg>
      <pc:sldChg chg="modSp">
        <pc:chgData name="이 도현" userId="9f5372d59c3ec911" providerId="LiveId" clId="{256D4795-0CA1-4A24-96CF-891934784217}" dt="2020-11-08T23:27:38.414" v="157" actId="20577"/>
        <pc:sldMkLst>
          <pc:docMk/>
          <pc:sldMk cId="0" sldId="272"/>
        </pc:sldMkLst>
        <pc:spChg chg="mod">
          <ac:chgData name="이 도현" userId="9f5372d59c3ec911" providerId="LiveId" clId="{256D4795-0CA1-4A24-96CF-891934784217}" dt="2020-11-08T23:27:38.414" v="157" actId="20577"/>
          <ac:spMkLst>
            <pc:docMk/>
            <pc:sldMk cId="0" sldId="272"/>
            <ac:spMk id="9226" creationId="{1FBECDF9-E41A-47B2-A90C-F9DAC817DC1A}"/>
          </ac:spMkLst>
        </pc:spChg>
      </pc:sldChg>
      <pc:sldChg chg="modSp">
        <pc:chgData name="이 도현" userId="9f5372d59c3ec911" providerId="LiveId" clId="{256D4795-0CA1-4A24-96CF-891934784217}" dt="2020-11-08T23:27:42.426" v="159" actId="20577"/>
        <pc:sldMkLst>
          <pc:docMk/>
          <pc:sldMk cId="676068613" sldId="273"/>
        </pc:sldMkLst>
        <pc:spChg chg="mod">
          <ac:chgData name="이 도현" userId="9f5372d59c3ec911" providerId="LiveId" clId="{256D4795-0CA1-4A24-96CF-891934784217}" dt="2020-11-08T23:27:42.426" v="159" actId="20577"/>
          <ac:spMkLst>
            <pc:docMk/>
            <pc:sldMk cId="676068613" sldId="273"/>
            <ac:spMk id="9226" creationId="{1FBECDF9-E41A-47B2-A90C-F9DAC817DC1A}"/>
          </ac:spMkLst>
        </pc:spChg>
      </pc:sldChg>
      <pc:sldChg chg="modSp">
        <pc:chgData name="이 도현" userId="9f5372d59c3ec911" providerId="LiveId" clId="{256D4795-0CA1-4A24-96CF-891934784217}" dt="2020-11-08T23:48:08.661" v="350" actId="20577"/>
        <pc:sldMkLst>
          <pc:docMk/>
          <pc:sldMk cId="561541251" sldId="274"/>
        </pc:sldMkLst>
        <pc:spChg chg="mod">
          <ac:chgData name="이 도현" userId="9f5372d59c3ec911" providerId="LiveId" clId="{256D4795-0CA1-4A24-96CF-891934784217}" dt="2020-11-08T23:48:08.661" v="350" actId="20577"/>
          <ac:spMkLst>
            <pc:docMk/>
            <pc:sldMk cId="561541251" sldId="274"/>
            <ac:spMk id="9226" creationId="{1FBECDF9-E41A-47B2-A90C-F9DAC817DC1A}"/>
          </ac:spMkLst>
        </pc:spChg>
      </pc:sldChg>
      <pc:sldChg chg="modSp">
        <pc:chgData name="이 도현" userId="9f5372d59c3ec911" providerId="LiveId" clId="{256D4795-0CA1-4A24-96CF-891934784217}" dt="2020-11-08T23:35:18.537" v="281" actId="20577"/>
        <pc:sldMkLst>
          <pc:docMk/>
          <pc:sldMk cId="0" sldId="275"/>
        </pc:sldMkLst>
        <pc:spChg chg="mod">
          <ac:chgData name="이 도현" userId="9f5372d59c3ec911" providerId="LiveId" clId="{256D4795-0CA1-4A24-96CF-891934784217}" dt="2020-11-08T23:35:18.537" v="281" actId="20577"/>
          <ac:spMkLst>
            <pc:docMk/>
            <pc:sldMk cId="0" sldId="275"/>
            <ac:spMk id="47" creationId="{E5787823-9005-4E1E-B204-D135EAF12621}"/>
          </ac:spMkLst>
        </pc:spChg>
      </pc:sldChg>
      <pc:sldChg chg="modSp">
        <pc:chgData name="이 도현" userId="9f5372d59c3ec911" providerId="LiveId" clId="{256D4795-0CA1-4A24-96CF-891934784217}" dt="2020-11-08T23:47:45.660" v="335" actId="207"/>
        <pc:sldMkLst>
          <pc:docMk/>
          <pc:sldMk cId="0" sldId="276"/>
        </pc:sldMkLst>
        <pc:spChg chg="mod">
          <ac:chgData name="이 도현" userId="9f5372d59c3ec911" providerId="LiveId" clId="{256D4795-0CA1-4A24-96CF-891934784217}" dt="2020-11-08T23:47:45.660" v="335" actId="207"/>
          <ac:spMkLst>
            <pc:docMk/>
            <pc:sldMk cId="0" sldId="276"/>
            <ac:spMk id="47" creationId="{E5787823-9005-4E1E-B204-D135EAF12621}"/>
          </ac:spMkLst>
        </pc:spChg>
      </pc:sldChg>
      <pc:sldChg chg="modSp">
        <pc:chgData name="이 도현" userId="9f5372d59c3ec911" providerId="LiveId" clId="{256D4795-0CA1-4A24-96CF-891934784217}" dt="2020-11-08T23:47:38.116" v="333" actId="207"/>
        <pc:sldMkLst>
          <pc:docMk/>
          <pc:sldMk cId="0" sldId="277"/>
        </pc:sldMkLst>
        <pc:spChg chg="mod">
          <ac:chgData name="이 도현" userId="9f5372d59c3ec911" providerId="LiveId" clId="{256D4795-0CA1-4A24-96CF-891934784217}" dt="2020-11-08T23:47:38.116" v="333" actId="207"/>
          <ac:spMkLst>
            <pc:docMk/>
            <pc:sldMk cId="0" sldId="277"/>
            <ac:spMk id="47" creationId="{E5787823-9005-4E1E-B204-D135EAF12621}"/>
          </ac:spMkLst>
        </pc:spChg>
      </pc:sldChg>
      <pc:sldChg chg="modSp">
        <pc:chgData name="이 도현" userId="9f5372d59c3ec911" providerId="LiveId" clId="{256D4795-0CA1-4A24-96CF-891934784217}" dt="2020-11-08T23:28:04.499" v="171" actId="20577"/>
        <pc:sldMkLst>
          <pc:docMk/>
          <pc:sldMk cId="0" sldId="278"/>
        </pc:sldMkLst>
        <pc:spChg chg="mod">
          <ac:chgData name="이 도현" userId="9f5372d59c3ec911" providerId="LiveId" clId="{256D4795-0CA1-4A24-96CF-891934784217}" dt="2020-11-08T23:28:04.499" v="171" actId="20577"/>
          <ac:spMkLst>
            <pc:docMk/>
            <pc:sldMk cId="0" sldId="278"/>
            <ac:spMk id="94" creationId="{0E577DB6-2E58-4E0C-BB38-E721673B9E87}"/>
          </ac:spMkLst>
        </pc:spChg>
      </pc:sldChg>
      <pc:sldChg chg="modSp">
        <pc:chgData name="이 도현" userId="9f5372d59c3ec911" providerId="LiveId" clId="{256D4795-0CA1-4A24-96CF-891934784217}" dt="2020-11-08T23:28:08.983" v="173" actId="20577"/>
        <pc:sldMkLst>
          <pc:docMk/>
          <pc:sldMk cId="757690777" sldId="279"/>
        </pc:sldMkLst>
        <pc:spChg chg="mod">
          <ac:chgData name="이 도현" userId="9f5372d59c3ec911" providerId="LiveId" clId="{256D4795-0CA1-4A24-96CF-891934784217}" dt="2020-11-08T23:28:08.983" v="173" actId="20577"/>
          <ac:spMkLst>
            <pc:docMk/>
            <pc:sldMk cId="757690777" sldId="279"/>
            <ac:spMk id="78" creationId="{0E577DB6-2E58-4E0C-BB38-E721673B9E87}"/>
          </ac:spMkLst>
        </pc:spChg>
      </pc:sldChg>
      <pc:sldChg chg="modSp">
        <pc:chgData name="이 도현" userId="9f5372d59c3ec911" providerId="LiveId" clId="{256D4795-0CA1-4A24-96CF-891934784217}" dt="2020-11-08T23:28:12.387" v="177" actId="20577"/>
        <pc:sldMkLst>
          <pc:docMk/>
          <pc:sldMk cId="148586723" sldId="280"/>
        </pc:sldMkLst>
        <pc:spChg chg="mod">
          <ac:chgData name="이 도현" userId="9f5372d59c3ec911" providerId="LiveId" clId="{256D4795-0CA1-4A24-96CF-891934784217}" dt="2020-11-08T23:28:12.387" v="177" actId="20577"/>
          <ac:spMkLst>
            <pc:docMk/>
            <pc:sldMk cId="148586723" sldId="280"/>
            <ac:spMk id="80" creationId="{0E577DB6-2E58-4E0C-BB38-E721673B9E87}"/>
          </ac:spMkLst>
        </pc:spChg>
      </pc:sldChg>
      <pc:sldChg chg="modSp">
        <pc:chgData name="이 도현" userId="9f5372d59c3ec911" providerId="LiveId" clId="{256D4795-0CA1-4A24-96CF-891934784217}" dt="2020-11-08T23:28:43.301" v="197" actId="20577"/>
        <pc:sldMkLst>
          <pc:docMk/>
          <pc:sldMk cId="1108122885" sldId="281"/>
        </pc:sldMkLst>
        <pc:graphicFrameChg chg="modGraphic">
          <ac:chgData name="이 도현" userId="9f5372d59c3ec911" providerId="LiveId" clId="{256D4795-0CA1-4A24-96CF-891934784217}" dt="2020-11-08T23:28:43.301" v="197" actId="20577"/>
          <ac:graphicFrameMkLst>
            <pc:docMk/>
            <pc:sldMk cId="1108122885" sldId="281"/>
            <ac:graphicFrameMk id="5" creationId="{670ACF70-5478-40BB-B1F1-7E4381754A92}"/>
          </ac:graphicFrameMkLst>
        </pc:graphicFrameChg>
      </pc:sldChg>
      <pc:sldChg chg="modSp">
        <pc:chgData name="이 도현" userId="9f5372d59c3ec911" providerId="LiveId" clId="{256D4795-0CA1-4A24-96CF-891934784217}" dt="2020-11-08T23:28:40.499" v="195" actId="20577"/>
        <pc:sldMkLst>
          <pc:docMk/>
          <pc:sldMk cId="31855803" sldId="282"/>
        </pc:sldMkLst>
        <pc:graphicFrameChg chg="modGraphic">
          <ac:chgData name="이 도현" userId="9f5372d59c3ec911" providerId="LiveId" clId="{256D4795-0CA1-4A24-96CF-891934784217}" dt="2020-11-08T23:28:40.499" v="195" actId="20577"/>
          <ac:graphicFrameMkLst>
            <pc:docMk/>
            <pc:sldMk cId="31855803" sldId="282"/>
            <ac:graphicFrameMk id="5" creationId="{670ACF70-5478-40BB-B1F1-7E4381754A92}"/>
          </ac:graphicFrameMkLst>
        </pc:graphicFrameChg>
      </pc:sldChg>
      <pc:sldChg chg="modSp">
        <pc:chgData name="이 도현" userId="9f5372d59c3ec911" providerId="LiveId" clId="{256D4795-0CA1-4A24-96CF-891934784217}" dt="2020-11-08T23:28:17.283" v="179" actId="20577"/>
        <pc:sldMkLst>
          <pc:docMk/>
          <pc:sldMk cId="199976113" sldId="283"/>
        </pc:sldMkLst>
        <pc:graphicFrameChg chg="modGraphic">
          <ac:chgData name="이 도현" userId="9f5372d59c3ec911" providerId="LiveId" clId="{256D4795-0CA1-4A24-96CF-891934784217}" dt="2020-11-08T23:28:17.283" v="179" actId="20577"/>
          <ac:graphicFrameMkLst>
            <pc:docMk/>
            <pc:sldMk cId="199976113" sldId="283"/>
            <ac:graphicFrameMk id="5" creationId="{670ACF70-5478-40BB-B1F1-7E4381754A92}"/>
          </ac:graphicFrameMkLst>
        </pc:graphicFrameChg>
      </pc:sldChg>
      <pc:sldChg chg="modSp">
        <pc:chgData name="이 도현" userId="9f5372d59c3ec911" providerId="LiveId" clId="{256D4795-0CA1-4A24-96CF-891934784217}" dt="2020-11-08T23:28:22.741" v="181" actId="20577"/>
        <pc:sldMkLst>
          <pc:docMk/>
          <pc:sldMk cId="3840979225" sldId="284"/>
        </pc:sldMkLst>
        <pc:graphicFrameChg chg="modGraphic">
          <ac:chgData name="이 도현" userId="9f5372d59c3ec911" providerId="LiveId" clId="{256D4795-0CA1-4A24-96CF-891934784217}" dt="2020-11-08T23:28:22.741" v="181" actId="20577"/>
          <ac:graphicFrameMkLst>
            <pc:docMk/>
            <pc:sldMk cId="3840979225" sldId="284"/>
            <ac:graphicFrameMk id="5" creationId="{670ACF70-5478-40BB-B1F1-7E4381754A92}"/>
          </ac:graphicFrameMkLst>
        </pc:graphicFrameChg>
      </pc:sldChg>
      <pc:sldChg chg="modSp">
        <pc:chgData name="이 도현" userId="9f5372d59c3ec911" providerId="LiveId" clId="{256D4795-0CA1-4A24-96CF-891934784217}" dt="2020-11-08T23:28:25.789" v="183" actId="20577"/>
        <pc:sldMkLst>
          <pc:docMk/>
          <pc:sldMk cId="1108122885" sldId="285"/>
        </pc:sldMkLst>
        <pc:graphicFrameChg chg="modGraphic">
          <ac:chgData name="이 도현" userId="9f5372d59c3ec911" providerId="LiveId" clId="{256D4795-0CA1-4A24-96CF-891934784217}" dt="2020-11-08T23:28:25.789" v="183" actId="20577"/>
          <ac:graphicFrameMkLst>
            <pc:docMk/>
            <pc:sldMk cId="1108122885" sldId="285"/>
            <ac:graphicFrameMk id="5" creationId="{670ACF70-5478-40BB-B1F1-7E4381754A92}"/>
          </ac:graphicFrameMkLst>
        </pc:graphicFrameChg>
      </pc:sldChg>
      <pc:sldChg chg="modSp">
        <pc:chgData name="이 도현" userId="9f5372d59c3ec911" providerId="LiveId" clId="{256D4795-0CA1-4A24-96CF-891934784217}" dt="2020-11-08T23:28:29.008" v="185" actId="20577"/>
        <pc:sldMkLst>
          <pc:docMk/>
          <pc:sldMk cId="2088966798" sldId="286"/>
        </pc:sldMkLst>
        <pc:graphicFrameChg chg="mod modGraphic">
          <ac:chgData name="이 도현" userId="9f5372d59c3ec911" providerId="LiveId" clId="{256D4795-0CA1-4A24-96CF-891934784217}" dt="2020-11-08T23:28:29.008" v="185" actId="20577"/>
          <ac:graphicFrameMkLst>
            <pc:docMk/>
            <pc:sldMk cId="2088966798" sldId="286"/>
            <ac:graphicFrameMk id="5" creationId="{670ACF70-5478-40BB-B1F1-7E4381754A92}"/>
          </ac:graphicFrameMkLst>
        </pc:graphicFrameChg>
      </pc:sldChg>
      <pc:sldChg chg="modSp">
        <pc:chgData name="이 도현" userId="9f5372d59c3ec911" providerId="LiveId" clId="{256D4795-0CA1-4A24-96CF-891934784217}" dt="2020-11-08T23:28:32.587" v="187" actId="20577"/>
        <pc:sldMkLst>
          <pc:docMk/>
          <pc:sldMk cId="2563834361" sldId="287"/>
        </pc:sldMkLst>
        <pc:graphicFrameChg chg="mod modGraphic">
          <ac:chgData name="이 도현" userId="9f5372d59c3ec911" providerId="LiveId" clId="{256D4795-0CA1-4A24-96CF-891934784217}" dt="2020-11-08T23:28:32.587" v="187" actId="20577"/>
          <ac:graphicFrameMkLst>
            <pc:docMk/>
            <pc:sldMk cId="2563834361" sldId="287"/>
            <ac:graphicFrameMk id="5" creationId="{670ACF70-5478-40BB-B1F1-7E4381754A92}"/>
          </ac:graphicFrameMkLst>
        </pc:graphicFrameChg>
      </pc:sldChg>
      <pc:sldChg chg="modSp">
        <pc:chgData name="이 도현" userId="9f5372d59c3ec911" providerId="LiveId" clId="{256D4795-0CA1-4A24-96CF-891934784217}" dt="2020-11-08T23:27:19.603" v="149" actId="20577"/>
        <pc:sldMkLst>
          <pc:docMk/>
          <pc:sldMk cId="0" sldId="288"/>
        </pc:sldMkLst>
        <pc:spChg chg="mod">
          <ac:chgData name="이 도현" userId="9f5372d59c3ec911" providerId="LiveId" clId="{256D4795-0CA1-4A24-96CF-891934784217}" dt="2020-11-08T23:27:19.603" v="149" actId="20577"/>
          <ac:spMkLst>
            <pc:docMk/>
            <pc:sldMk cId="0" sldId="288"/>
            <ac:spMk id="4" creationId="{00000000-0000-0000-0000-000000000000}"/>
          </ac:spMkLst>
        </pc:spChg>
      </pc:sldChg>
    </pc:docChg>
  </pc:docChgLst>
  <pc:docChgLst>
    <pc:chgData name="KIM YOUNG JIN" userId="9985354d4e13345f" providerId="Windows Live" clId="Web-{17E51D3F-61BD-42B3-8A06-97AA06AA4011}"/>
    <pc:docChg chg="addSld addMainMaster">
      <pc:chgData name="KIM YOUNG JIN" userId="9985354d4e13345f" providerId="Windows Live" clId="Web-{17E51D3F-61BD-42B3-8A06-97AA06AA4011}" dt="2020-01-15T08:24:13.822" v="6"/>
      <pc:docMkLst>
        <pc:docMk/>
      </pc:docMkLst>
      <pc:sldChg chg="add">
        <pc:chgData name="KIM YOUNG JIN" userId="9985354d4e13345f" providerId="Windows Live" clId="Web-{17E51D3F-61BD-42B3-8A06-97AA06AA4011}" dt="2020-01-15T07:52:51.066" v="0"/>
        <pc:sldMkLst>
          <pc:docMk/>
          <pc:sldMk cId="832091816" sldId="273"/>
        </pc:sldMkLst>
      </pc:sldChg>
      <pc:sldChg chg="add">
        <pc:chgData name="KIM YOUNG JIN" userId="9985354d4e13345f" providerId="Windows Live" clId="Web-{17E51D3F-61BD-42B3-8A06-97AA06AA4011}" dt="2020-01-15T08:17:13.961" v="1"/>
        <pc:sldMkLst>
          <pc:docMk/>
          <pc:sldMk cId="4161632978" sldId="274"/>
        </pc:sldMkLst>
      </pc:sldChg>
      <pc:sldChg chg="add">
        <pc:chgData name="KIM YOUNG JIN" userId="9985354d4e13345f" providerId="Windows Live" clId="Web-{17E51D3F-61BD-42B3-8A06-97AA06AA4011}" dt="2020-01-15T08:17:18.742" v="2"/>
        <pc:sldMkLst>
          <pc:docMk/>
          <pc:sldMk cId="4033530359" sldId="275"/>
        </pc:sldMkLst>
      </pc:sldChg>
      <pc:sldChg chg="add">
        <pc:chgData name="KIM YOUNG JIN" userId="9985354d4e13345f" providerId="Windows Live" clId="Web-{17E51D3F-61BD-42B3-8A06-97AA06AA4011}" dt="2020-01-15T08:21:03.087" v="3"/>
        <pc:sldMkLst>
          <pc:docMk/>
          <pc:sldMk cId="4223888332" sldId="276"/>
        </pc:sldMkLst>
      </pc:sldChg>
      <pc:sldChg chg="add">
        <pc:chgData name="KIM YOUNG JIN" userId="9985354d4e13345f" providerId="Windows Live" clId="Web-{17E51D3F-61BD-42B3-8A06-97AA06AA4011}" dt="2020-01-15T08:21:09.665" v="4"/>
        <pc:sldMkLst>
          <pc:docMk/>
          <pc:sldMk cId="3724172052" sldId="277"/>
        </pc:sldMkLst>
      </pc:sldChg>
      <pc:sldChg chg="add">
        <pc:chgData name="KIM YOUNG JIN" userId="9985354d4e13345f" providerId="Windows Live" clId="Web-{17E51D3F-61BD-42B3-8A06-97AA06AA4011}" dt="2020-01-15T08:21:16.618" v="5"/>
        <pc:sldMkLst>
          <pc:docMk/>
          <pc:sldMk cId="2222911084" sldId="278"/>
        </pc:sldMkLst>
      </pc:sldChg>
      <pc:sldChg chg="add">
        <pc:chgData name="KIM YOUNG JIN" userId="9985354d4e13345f" providerId="Windows Live" clId="Web-{17E51D3F-61BD-42B3-8A06-97AA06AA4011}" dt="2020-01-15T08:24:13.822" v="6"/>
        <pc:sldMkLst>
          <pc:docMk/>
          <pc:sldMk cId="3878174746" sldId="279"/>
        </pc:sldMkLst>
      </pc:sldChg>
      <pc:sldMasterChg chg="add addSldLayout">
        <pc:chgData name="KIM YOUNG JIN" userId="9985354d4e13345f" providerId="Windows Live" clId="Web-{17E51D3F-61BD-42B3-8A06-97AA06AA4011}" dt="2020-01-15T07:52:51.066" v="0"/>
        <pc:sldMasterMkLst>
          <pc:docMk/>
          <pc:sldMasterMk cId="0" sldId="2147483841"/>
        </pc:sldMasterMkLst>
        <pc:sldLayoutChg chg="add">
          <pc:chgData name="KIM YOUNG JIN" userId="9985354d4e13345f" providerId="Windows Live" clId="Web-{17E51D3F-61BD-42B3-8A06-97AA06AA4011}" dt="2020-01-15T07:52:51.066" v="0"/>
          <pc:sldLayoutMkLst>
            <pc:docMk/>
            <pc:sldMasterMk cId="0" sldId="2147483841"/>
            <pc:sldLayoutMk cId="3212134746" sldId="2147483839"/>
          </pc:sldLayoutMkLst>
        </pc:sldLayoutChg>
        <pc:sldLayoutChg chg="add">
          <pc:chgData name="KIM YOUNG JIN" userId="9985354d4e13345f" providerId="Windows Live" clId="Web-{17E51D3F-61BD-42B3-8A06-97AA06AA4011}" dt="2020-01-15T07:52:51.066" v="0"/>
          <pc:sldLayoutMkLst>
            <pc:docMk/>
            <pc:sldMasterMk cId="0" sldId="2147483841"/>
            <pc:sldLayoutMk cId="3928219936" sldId="2147483840"/>
          </pc:sldLayoutMkLst>
        </pc:sldLayoutChg>
      </pc:sldMasterChg>
    </pc:docChg>
  </pc:docChgLst>
  <pc:docChgLst>
    <pc:chgData name="도현 이" userId="9f5372d59c3ec911" providerId="LiveId" clId="{66DA0DA7-A9E6-4876-9EE3-3228CC7015A4}"/>
    <pc:docChg chg="undo custSel modSld">
      <pc:chgData name="도현 이" userId="9f5372d59c3ec911" providerId="LiveId" clId="{66DA0DA7-A9E6-4876-9EE3-3228CC7015A4}" dt="2020-11-04T07:56:40.578" v="11" actId="1076"/>
      <pc:docMkLst>
        <pc:docMk/>
      </pc:docMkLst>
      <pc:sldChg chg="modSp">
        <pc:chgData name="도현 이" userId="9f5372d59c3ec911" providerId="LiveId" clId="{66DA0DA7-A9E6-4876-9EE3-3228CC7015A4}" dt="2020-11-04T07:56:40.578" v="11" actId="1076"/>
        <pc:sldMkLst>
          <pc:docMk/>
          <pc:sldMk cId="0" sldId="257"/>
        </pc:sldMkLst>
        <pc:picChg chg="mod">
          <ac:chgData name="도현 이" userId="9f5372d59c3ec911" providerId="LiveId" clId="{66DA0DA7-A9E6-4876-9EE3-3228CC7015A4}" dt="2020-11-04T07:56:40.578" v="11" actId="1076"/>
          <ac:picMkLst>
            <pc:docMk/>
            <pc:sldMk cId="0" sldId="257"/>
            <ac:picMk id="4" creationId="{3D731E95-2861-4C32-8949-9A1D75E80C0B}"/>
          </ac:picMkLst>
        </pc:picChg>
      </pc:sldChg>
      <pc:sldChg chg="modSp">
        <pc:chgData name="도현 이" userId="9f5372d59c3ec911" providerId="LiveId" clId="{66DA0DA7-A9E6-4876-9EE3-3228CC7015A4}" dt="2020-11-03T08:10:09.276" v="2" actId="1076"/>
        <pc:sldMkLst>
          <pc:docMk/>
          <pc:sldMk cId="2176923267" sldId="258"/>
        </pc:sldMkLst>
        <pc:picChg chg="mod">
          <ac:chgData name="도현 이" userId="9f5372d59c3ec911" providerId="LiveId" clId="{66DA0DA7-A9E6-4876-9EE3-3228CC7015A4}" dt="2020-11-03T08:10:09.276" v="2" actId="1076"/>
          <ac:picMkLst>
            <pc:docMk/>
            <pc:sldMk cId="2176923267" sldId="258"/>
            <ac:picMk id="5" creationId="{43157CBD-5609-4755-9553-62069EBC431B}"/>
          </ac:picMkLst>
        </pc:picChg>
      </pc:sldChg>
      <pc:sldChg chg="modSp">
        <pc:chgData name="도현 이" userId="9f5372d59c3ec911" providerId="LiveId" clId="{66DA0DA7-A9E6-4876-9EE3-3228CC7015A4}" dt="2020-11-04T05:22:06.150" v="8" actId="1076"/>
        <pc:sldMkLst>
          <pc:docMk/>
          <pc:sldMk cId="425772799" sldId="261"/>
        </pc:sldMkLst>
        <pc:picChg chg="mod">
          <ac:chgData name="도현 이" userId="9f5372d59c3ec911" providerId="LiveId" clId="{66DA0DA7-A9E6-4876-9EE3-3228CC7015A4}" dt="2020-11-04T05:22:06.150" v="8" actId="1076"/>
          <ac:picMkLst>
            <pc:docMk/>
            <pc:sldMk cId="425772799" sldId="261"/>
            <ac:picMk id="4" creationId="{A5F92EE9-3E16-442C-BF58-885FBAD4CDD5}"/>
          </ac:picMkLst>
        </pc:picChg>
      </pc:sldChg>
      <pc:sldChg chg="modSp">
        <pc:chgData name="도현 이" userId="9f5372d59c3ec911" providerId="LiveId" clId="{66DA0DA7-A9E6-4876-9EE3-3228CC7015A4}" dt="2020-11-04T02:15:21.198" v="4" actId="1076"/>
        <pc:sldMkLst>
          <pc:docMk/>
          <pc:sldMk cId="0" sldId="266"/>
        </pc:sldMkLst>
        <pc:picChg chg="mod">
          <ac:chgData name="도현 이" userId="9f5372d59c3ec911" providerId="LiveId" clId="{66DA0DA7-A9E6-4876-9EE3-3228CC7015A4}" dt="2020-11-04T02:15:21.198" v="4" actId="1076"/>
          <ac:picMkLst>
            <pc:docMk/>
            <pc:sldMk cId="0" sldId="266"/>
            <ac:picMk id="61" creationId="{00000000-0000-0000-0000-000000000000}"/>
          </ac:picMkLst>
        </pc:pic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11-09T08:36:27.507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">
            <a:extLst>
              <a:ext uri="{FF2B5EF4-FFF2-40B4-BE49-F238E27FC236}">
                <a16:creationId xmlns:a16="http://schemas.microsoft.com/office/drawing/2014/main" id="{56EF861C-007A-4247-85C5-E194774A9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70675" cy="9928225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ko-KR" altLang="en-US"/>
          </a:p>
        </p:txBody>
      </p:sp>
      <p:sp>
        <p:nvSpPr>
          <p:cNvPr id="4099" name="Text Box 2">
            <a:extLst>
              <a:ext uri="{FF2B5EF4-FFF2-40B4-BE49-F238E27FC236}">
                <a16:creationId xmlns:a16="http://schemas.microsoft.com/office/drawing/2014/main" id="{0B6F6B52-557E-47FB-A536-5F0A3BBE6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ko-KR" altLang="en-US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D9A3A2C5-EAA3-4317-AB6E-F50665E8147F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3778250" y="0"/>
            <a:ext cx="2887663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r>
              <a:rPr lang="ko-KR" altLang="ko-KR"/>
              <a:t>20年 1月 15日</a:t>
            </a:r>
          </a:p>
        </p:txBody>
      </p:sp>
      <p:sp>
        <p:nvSpPr>
          <p:cNvPr id="4101" name="Rectangle 4">
            <a:extLst>
              <a:ext uri="{FF2B5EF4-FFF2-40B4-BE49-F238E27FC236}">
                <a16:creationId xmlns:a16="http://schemas.microsoft.com/office/drawing/2014/main" id="{1D6764C6-0C32-47F0-BF99-BD51AEAF5F9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646113" y="744538"/>
            <a:ext cx="5375275" cy="3721100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A3892C7-E6BD-4065-82CF-D02548FB5D3A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66750" y="4716463"/>
            <a:ext cx="5334000" cy="44656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ko-KR" altLang="ko-KR" noProof="0"/>
          </a:p>
        </p:txBody>
      </p:sp>
      <p:sp>
        <p:nvSpPr>
          <p:cNvPr id="4103" name="Text Box 6">
            <a:extLst>
              <a:ext uri="{FF2B5EF4-FFF2-40B4-BE49-F238E27FC236}">
                <a16:creationId xmlns:a16="http://schemas.microsoft.com/office/drawing/2014/main" id="{D9CB4169-2CD9-4100-AA59-3165E7E5A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ko-KR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2C1DE932-DC74-447E-AD24-CAD55C66F3C7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778250" y="9429750"/>
            <a:ext cx="2887663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</a:tabLst>
              <a:defRPr sz="120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9ADB3FDB-566F-4732-B7FD-2566E7CFC03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4255971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extLst>
              <a:ext uri="{FF2B5EF4-FFF2-40B4-BE49-F238E27FC236}">
                <a16:creationId xmlns:a16="http://schemas.microsoft.com/office/drawing/2014/main" id="{8A901AB2-24B5-48FB-889F-4FC72CC0BC1D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6147" name="Rectangle 7">
            <a:extLst>
              <a:ext uri="{FF2B5EF4-FFF2-40B4-BE49-F238E27FC236}">
                <a16:creationId xmlns:a16="http://schemas.microsoft.com/office/drawing/2014/main" id="{DE944B71-8B00-4E4D-850B-42B1CE9ACBA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DEDFD2EF-BD45-4DE2-9745-316E79F6E76B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6148" name="Text Box 1">
            <a:extLst>
              <a:ext uri="{FF2B5EF4-FFF2-40B4-BE49-F238E27FC236}">
                <a16:creationId xmlns:a16="http://schemas.microsoft.com/office/drawing/2014/main" id="{2FEAE079-387D-4179-B08C-81F789996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buClrTx/>
              <a:buFontTx/>
              <a:buNone/>
            </a:pPr>
            <a:fld id="{2D578941-4444-4AD5-AE4A-54AB909EC318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1B89BD24-96F5-4581-B8C9-1E0A7CFAD1DB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150" name="Rectangle 3">
            <a:extLst>
              <a:ext uri="{FF2B5EF4-FFF2-40B4-BE49-F238E27FC236}">
                <a16:creationId xmlns:a16="http://schemas.microsoft.com/office/drawing/2014/main" id="{487562C1-CEBE-4454-ACAF-A22288900B7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2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5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555582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6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9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10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40423116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12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7347345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13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14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15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6A9CE421-B0A1-4CAA-8083-631FEFE3FA9C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10243" name="Rectangle 7">
            <a:extLst>
              <a:ext uri="{FF2B5EF4-FFF2-40B4-BE49-F238E27FC236}">
                <a16:creationId xmlns:a16="http://schemas.microsoft.com/office/drawing/2014/main" id="{462F3C41-D5A6-415E-95E9-C42EFA0CD6E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A74053-42F5-49E0-ABBB-395CB8B4A85F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16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10244" name="Rectangle 1">
            <a:extLst>
              <a:ext uri="{FF2B5EF4-FFF2-40B4-BE49-F238E27FC236}">
                <a16:creationId xmlns:a16="http://schemas.microsoft.com/office/drawing/2014/main" id="{D30DD8ED-6F31-4075-ABD4-9106E8AEEB0C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245" name="Rectangle 2">
            <a:extLst>
              <a:ext uri="{FF2B5EF4-FFF2-40B4-BE49-F238E27FC236}">
                <a16:creationId xmlns:a16="http://schemas.microsoft.com/office/drawing/2014/main" id="{1920E76E-48E7-493D-9C06-E2CA940D713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6A9CE421-B0A1-4CAA-8083-631FEFE3FA9C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10243" name="Rectangle 7">
            <a:extLst>
              <a:ext uri="{FF2B5EF4-FFF2-40B4-BE49-F238E27FC236}">
                <a16:creationId xmlns:a16="http://schemas.microsoft.com/office/drawing/2014/main" id="{462F3C41-D5A6-415E-95E9-C42EFA0CD6E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A74053-42F5-49E0-ABBB-395CB8B4A85F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17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10244" name="Rectangle 1">
            <a:extLst>
              <a:ext uri="{FF2B5EF4-FFF2-40B4-BE49-F238E27FC236}">
                <a16:creationId xmlns:a16="http://schemas.microsoft.com/office/drawing/2014/main" id="{D30DD8ED-6F31-4075-ABD4-9106E8AEEB0C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245" name="Rectangle 2">
            <a:extLst>
              <a:ext uri="{FF2B5EF4-FFF2-40B4-BE49-F238E27FC236}">
                <a16:creationId xmlns:a16="http://schemas.microsoft.com/office/drawing/2014/main" id="{1920E76E-48E7-493D-9C06-E2CA940D713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5488342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6A9CE421-B0A1-4CAA-8083-631FEFE3FA9C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10243" name="Rectangle 7">
            <a:extLst>
              <a:ext uri="{FF2B5EF4-FFF2-40B4-BE49-F238E27FC236}">
                <a16:creationId xmlns:a16="http://schemas.microsoft.com/office/drawing/2014/main" id="{462F3C41-D5A6-415E-95E9-C42EFA0CD6E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A74053-42F5-49E0-ABBB-395CB8B4A85F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18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10244" name="Rectangle 1">
            <a:extLst>
              <a:ext uri="{FF2B5EF4-FFF2-40B4-BE49-F238E27FC236}">
                <a16:creationId xmlns:a16="http://schemas.microsoft.com/office/drawing/2014/main" id="{D30DD8ED-6F31-4075-ABD4-9106E8AEEB0C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245" name="Rectangle 2">
            <a:extLst>
              <a:ext uri="{FF2B5EF4-FFF2-40B4-BE49-F238E27FC236}">
                <a16:creationId xmlns:a16="http://schemas.microsoft.com/office/drawing/2014/main" id="{1920E76E-48E7-493D-9C06-E2CA940D713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3113356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19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20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21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22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23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24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30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/>
          </p:nvPr>
        </p:nvSpPr>
        <p:spPr/>
        <p:txBody>
          <a:bodyPr/>
          <a:lstStyle/>
          <a:p>
            <a:pPr>
              <a:defRPr/>
            </a:pPr>
            <a:r>
              <a:rPr lang="ko-KR" altLang="ko-KR"/>
              <a:t>20年 1月 15日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9ADB3FDB-566F-4732-B7FD-2566E7CFC039}" type="slidenum">
              <a:rPr lang="en-US" altLang="ko-KR" smtClean="0"/>
              <a:pPr>
                <a:defRPr/>
              </a:pPr>
              <a:t>31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42484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31088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3108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33276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2238824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551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5513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65394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734175" y="9525"/>
            <a:ext cx="1370013" cy="3032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256588" y="9525"/>
            <a:ext cx="1371600" cy="3032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503407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365125"/>
            <a:ext cx="8545513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16500" y="1681163"/>
            <a:ext cx="421163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16500" y="2505075"/>
            <a:ext cx="421163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459507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7488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2294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56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11638" y="987425"/>
            <a:ext cx="50165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56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833916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56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65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56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33214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042574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267575" y="1588"/>
            <a:ext cx="2360613" cy="3444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0975" y="1588"/>
            <a:ext cx="6934200" cy="3444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40760599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31088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3108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273769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074873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551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5513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257773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734175" y="9525"/>
            <a:ext cx="1370013" cy="3032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256588" y="9525"/>
            <a:ext cx="1371600" cy="3032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4063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365125"/>
            <a:ext cx="8545513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16500" y="1681163"/>
            <a:ext cx="421163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16500" y="2505075"/>
            <a:ext cx="421163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8047798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6579453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152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56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11638" y="987425"/>
            <a:ext cx="50165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56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4731456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56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65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56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5318205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5931080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267575" y="1588"/>
            <a:ext cx="2360613" cy="3444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0975" y="1588"/>
            <a:ext cx="6934200" cy="3444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40851800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EB848A0B-D5A9-4F56-972C-5283F04993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525"/>
            <a:ext cx="9907588" cy="687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10018" y="2357430"/>
            <a:ext cx="6249402" cy="533400"/>
          </a:xfrm>
          <a:noFill/>
          <a:ln>
            <a:noFill/>
          </a:ln>
        </p:spPr>
        <p:txBody>
          <a:bodyPr/>
          <a:lstStyle>
            <a:lvl1pPr algn="ctr">
              <a:defRPr sz="26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603" y="3714752"/>
            <a:ext cx="2438791" cy="457200"/>
          </a:xfrm>
        </p:spPr>
        <p:txBody>
          <a:bodyPr/>
          <a:lstStyle>
            <a:lvl1pPr marL="0" indent="0" algn="ctr">
              <a:defRPr sz="120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부제목 스타일 편집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2121347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3269D546-B781-4CCB-A910-9B28EEF76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190" y="76200"/>
            <a:ext cx="3353337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latinLnBrk="1">
              <a:spcBef>
                <a:spcPct val="20000"/>
              </a:spcBef>
              <a:defRPr/>
            </a:pPr>
            <a:endParaRPr kumimoji="1" lang="ko-KR" altLang="en-US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Picture 18" descr="top">
            <a:extLst>
              <a:ext uri="{FF2B5EF4-FFF2-40B4-BE49-F238E27FC236}">
                <a16:creationId xmlns:a16="http://schemas.microsoft.com/office/drawing/2014/main" id="{6E53BD8A-8962-465B-BF0B-115AAB675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9">
            <a:extLst>
              <a:ext uri="{FF2B5EF4-FFF2-40B4-BE49-F238E27FC236}">
                <a16:creationId xmlns:a16="http://schemas.microsoft.com/office/drawing/2014/main" id="{849E0CF7-95BB-4D6A-8C99-DB281BCEE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264" y="6616700"/>
            <a:ext cx="381061" cy="2286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latinLnBrk="1" hangingPunct="1"/>
            <a:fld id="{AC670D85-2395-4FF2-98C1-029832FE9153}" type="slidenum">
              <a:rPr kumimoji="1" lang="ko-KR" altLang="en-US" sz="900" b="1">
                <a:solidFill>
                  <a:schemeClr val="bg1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 algn="ctr" eaLnBrk="1" latinLnBrk="1" hangingPunct="1"/>
              <a:t>‹#›</a:t>
            </a:fld>
            <a:endParaRPr kumimoji="1" lang="en-US" altLang="ko-KR" sz="900">
              <a:solidFill>
                <a:schemeClr val="tx1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graphicFrame>
        <p:nvGraphicFramePr>
          <p:cNvPr id="6" name="Group 522">
            <a:extLst>
              <a:ext uri="{FF2B5EF4-FFF2-40B4-BE49-F238E27FC236}">
                <a16:creationId xmlns:a16="http://schemas.microsoft.com/office/drawing/2014/main" id="{1427F447-A7AB-4EA0-B57A-A0B9FD82F4F1}"/>
              </a:ext>
            </a:extLst>
          </p:cNvPr>
          <p:cNvGraphicFramePr>
            <a:graphicFrameLocks noGrp="1"/>
          </p:cNvGraphicFramePr>
          <p:nvPr/>
        </p:nvGraphicFramePr>
        <p:xfrm>
          <a:off x="38106" y="639763"/>
          <a:ext cx="9812325" cy="5851578"/>
        </p:xfrm>
        <a:graphic>
          <a:graphicData uri="http://schemas.openxmlformats.org/drawingml/2006/table">
            <a:tbl>
              <a:tblPr/>
              <a:tblGrid>
                <a:gridCol w="100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15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8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1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99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557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3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프로젝트 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교육관리 시스템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(LMS)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버젼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V1.0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황기현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4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분류명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P.NO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작성날짜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2019.08.15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52">
                <a:tc rowSpan="2"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7633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Table In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Formation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8219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>
            <a:extLst>
              <a:ext uri="{FF2B5EF4-FFF2-40B4-BE49-F238E27FC236}">
                <a16:creationId xmlns:a16="http://schemas.microsoft.com/office/drawing/2014/main" id="{D4334680-5BE6-47DC-9C08-F01020267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80975" y="1588"/>
            <a:ext cx="3455988" cy="34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GB"/>
              <a:t>제목 텍스트의 서식을 편집하려면 클릭하십시오</a:t>
            </a:r>
            <a:r>
              <a:rPr lang="en-GB" altLang="ko-KR"/>
              <a:t>.</a:t>
            </a:r>
          </a:p>
        </p:txBody>
      </p:sp>
      <p:sp>
        <p:nvSpPr>
          <p:cNvPr id="2052" name="Rectangle 3">
            <a:extLst>
              <a:ext uri="{FF2B5EF4-FFF2-40B4-BE49-F238E27FC236}">
                <a16:creationId xmlns:a16="http://schemas.microsoft.com/office/drawing/2014/main" id="{7E5631DB-9DC5-4666-995D-2D4363AE83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734175" y="9525"/>
            <a:ext cx="2894013" cy="30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GB"/>
              <a:t>개요 텍스트의 서식을 편집하려면 클릭하십시오</a:t>
            </a:r>
          </a:p>
          <a:p>
            <a:pPr lvl="1"/>
            <a:r>
              <a:rPr lang="en-GB" altLang="ko-KR"/>
              <a:t>2</a:t>
            </a:r>
            <a:r>
              <a:rPr lang="ko-KR" altLang="en-GB"/>
              <a:t>번째 개요 수준</a:t>
            </a:r>
          </a:p>
          <a:p>
            <a:pPr lvl="2"/>
            <a:r>
              <a:rPr lang="en-GB" altLang="ko-KR"/>
              <a:t>3</a:t>
            </a:r>
            <a:r>
              <a:rPr lang="ko-KR" altLang="en-GB"/>
              <a:t>번째 개요 수준</a:t>
            </a:r>
          </a:p>
          <a:p>
            <a:pPr lvl="3"/>
            <a:r>
              <a:rPr lang="en-GB" altLang="ko-KR"/>
              <a:t>4</a:t>
            </a:r>
            <a:r>
              <a:rPr lang="ko-KR" altLang="en-GB"/>
              <a:t>번째 개요 수준</a:t>
            </a:r>
          </a:p>
          <a:p>
            <a:pPr lvl="4"/>
            <a:r>
              <a:rPr lang="en-GB" altLang="ko-KR"/>
              <a:t>5</a:t>
            </a:r>
            <a:r>
              <a:rPr lang="ko-KR" altLang="en-GB"/>
              <a:t>번째 개요 수준</a:t>
            </a:r>
          </a:p>
          <a:p>
            <a:pPr lvl="4"/>
            <a:r>
              <a:rPr lang="en-GB" altLang="ko-KR"/>
              <a:t>6</a:t>
            </a:r>
            <a:r>
              <a:rPr lang="ko-KR" altLang="en-GB"/>
              <a:t>번째 개요 수준</a:t>
            </a:r>
          </a:p>
          <a:p>
            <a:pPr lvl="4"/>
            <a:r>
              <a:rPr lang="en-GB" altLang="ko-KR"/>
              <a:t>7</a:t>
            </a:r>
            <a:r>
              <a:rPr lang="ko-KR" altLang="en-GB"/>
              <a:t>번째 개요 수준</a:t>
            </a:r>
          </a:p>
          <a:p>
            <a:pPr lvl="4"/>
            <a:r>
              <a:rPr lang="en-GB" altLang="ko-KR"/>
              <a:t>8</a:t>
            </a:r>
            <a:r>
              <a:rPr lang="ko-KR" altLang="en-GB"/>
              <a:t>번째 개요 수준</a:t>
            </a:r>
          </a:p>
          <a:p>
            <a:pPr lvl="4"/>
            <a:r>
              <a:rPr lang="en-GB" altLang="ko-KR"/>
              <a:t>9</a:t>
            </a:r>
            <a:r>
              <a:rPr lang="ko-KR" altLang="en-GB"/>
              <a:t>번째 개요 수준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2925"/>
            <a:ext cx="9925050" cy="577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7F7F7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9pPr>
    </p:titleStyle>
    <p:bodyStyle>
      <a:lvl1pPr marL="342900" indent="-342900" algn="r" defTabSz="449263" rtl="0" eaLnBrk="0" fontAlgn="base" hangingPunct="0">
        <a:spcBef>
          <a:spcPts val="3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>
            <a:extLst>
              <a:ext uri="{FF2B5EF4-FFF2-40B4-BE49-F238E27FC236}">
                <a16:creationId xmlns:a16="http://schemas.microsoft.com/office/drawing/2014/main" id="{91880116-4336-40BA-AFD9-4181122A6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76200"/>
            <a:ext cx="3352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ko-KR" altLang="en-US"/>
          </a:p>
        </p:txBody>
      </p:sp>
      <p:pic>
        <p:nvPicPr>
          <p:cNvPr id="3075" name="Picture 2">
            <a:extLst>
              <a:ext uri="{FF2B5EF4-FFF2-40B4-BE49-F238E27FC236}">
                <a16:creationId xmlns:a16="http://schemas.microsoft.com/office/drawing/2014/main" id="{4749CD56-191D-4457-AF58-FDDC057B7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A5816A29-34DA-4D76-A993-041CF36BB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0" y="6616700"/>
            <a:ext cx="381000" cy="228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buSzPct val="100000"/>
              <a:defRPr/>
            </a:pPr>
            <a:fld id="{42C61E19-037B-4CB6-9D74-FD168F95FBB3}" type="slidenum">
              <a:rPr lang="ko-KR" altLang="ko-KR" sz="900" b="1" smtClean="0">
                <a:solidFill>
                  <a:srgbClr val="FFFFFF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pPr algn="ctr" eaLnBrk="1" hangingPunct="1">
                <a:buSzPct val="100000"/>
                <a:defRPr/>
              </a:pPr>
              <a:t>‹#›</a:t>
            </a:fld>
            <a:endParaRPr lang="ko-KR" altLang="ko-KR" sz="900" b="1">
              <a:solidFill>
                <a:srgbClr val="FFFFFF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3077" name="Group 4">
            <a:extLst>
              <a:ext uri="{FF2B5EF4-FFF2-40B4-BE49-F238E27FC236}">
                <a16:creationId xmlns:a16="http://schemas.microsoft.com/office/drawing/2014/main" id="{646DADB0-74F8-415A-9B4B-E8A4C8522F60}"/>
              </a:ext>
            </a:extLst>
          </p:cNvPr>
          <p:cNvGrpSpPr>
            <a:grpSpLocks/>
          </p:cNvGrpSpPr>
          <p:nvPr/>
        </p:nvGrpSpPr>
        <p:grpSpPr bwMode="auto">
          <a:xfrm>
            <a:off x="38100" y="639763"/>
            <a:ext cx="9809163" cy="5849937"/>
            <a:chOff x="24" y="403"/>
            <a:chExt cx="6179" cy="3685"/>
          </a:xfrm>
        </p:grpSpPr>
        <p:sp>
          <p:nvSpPr>
            <p:cNvPr id="3" name="Rectangle 5">
              <a:extLst>
                <a:ext uri="{FF2B5EF4-FFF2-40B4-BE49-F238E27FC236}">
                  <a16:creationId xmlns:a16="http://schemas.microsoft.com/office/drawing/2014/main" id="{B3FD68D6-D5FB-45DE-84C9-EF886B2F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" y="403"/>
              <a:ext cx="634" cy="133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ko-KR" altLang="ko-KR">
                  <a:solidFill>
                    <a:srgbClr val="FFFFFF"/>
                  </a:solidFill>
                </a:rPr>
                <a:t>프로젝트 명</a:t>
              </a:r>
            </a:p>
          </p:txBody>
        </p:sp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614614A0-A9D4-4365-A42F-45DAEDFA6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" y="403"/>
              <a:ext cx="951" cy="1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 dirty="0">
                  <a:solidFill>
                    <a:srgbClr val="000000"/>
                  </a:solidFill>
                </a:rPr>
                <a:t>SCM</a:t>
              </a:r>
              <a:r>
                <a:rPr lang="en-US" altLang="ko-KR" baseline="0" dirty="0">
                  <a:solidFill>
                    <a:srgbClr val="000000"/>
                  </a:solidFill>
                </a:rPr>
                <a:t> </a:t>
              </a:r>
              <a:r>
                <a:rPr lang="ko-KR" altLang="en-US" baseline="0" dirty="0">
                  <a:solidFill>
                    <a:srgbClr val="000000"/>
                  </a:solidFill>
                </a:rPr>
                <a:t>시스템</a:t>
              </a:r>
              <a:endParaRPr lang="ko-KR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7211B82B-2E52-4691-8815-343F76FCC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1" y="403"/>
              <a:ext cx="453" cy="133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ko-KR" altLang="ko-KR">
                  <a:solidFill>
                    <a:srgbClr val="FFFFFF"/>
                  </a:solidFill>
                </a:rPr>
                <a:t>화면명</a:t>
              </a:r>
            </a:p>
          </p:txBody>
        </p:sp>
        <p:sp>
          <p:nvSpPr>
            <p:cNvPr id="3083" name="Rectangle 8">
              <a:extLst>
                <a:ext uri="{FF2B5EF4-FFF2-40B4-BE49-F238E27FC236}">
                  <a16:creationId xmlns:a16="http://schemas.microsoft.com/office/drawing/2014/main" id="{16705E81-2791-4B1C-94E2-4E5A37688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5" y="403"/>
              <a:ext cx="1813" cy="1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081" name="Rectangle 9">
              <a:extLst>
                <a:ext uri="{FF2B5EF4-FFF2-40B4-BE49-F238E27FC236}">
                  <a16:creationId xmlns:a16="http://schemas.microsoft.com/office/drawing/2014/main" id="{76ACDA46-C106-4FB3-A469-9FD240E69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" y="403"/>
              <a:ext cx="359" cy="133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ko-KR" altLang="ko-KR">
                  <a:solidFill>
                    <a:srgbClr val="FFFFFF"/>
                  </a:solidFill>
                </a:rPr>
                <a:t>버젼</a:t>
              </a:r>
            </a:p>
          </p:txBody>
        </p:sp>
        <p:sp>
          <p:nvSpPr>
            <p:cNvPr id="3082" name="Rectangle 10">
              <a:extLst>
                <a:ext uri="{FF2B5EF4-FFF2-40B4-BE49-F238E27FC236}">
                  <a16:creationId xmlns:a16="http://schemas.microsoft.com/office/drawing/2014/main" id="{29DF0145-4579-4A70-A788-20DD0CF11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9" y="403"/>
              <a:ext cx="377" cy="1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>
                  <a:solidFill>
                    <a:srgbClr val="000000"/>
                  </a:solidFill>
                </a:rPr>
                <a:t>V1.0</a:t>
              </a:r>
            </a:p>
          </p:txBody>
        </p:sp>
        <p:sp>
          <p:nvSpPr>
            <p:cNvPr id="6" name="Rectangle 11">
              <a:extLst>
                <a:ext uri="{FF2B5EF4-FFF2-40B4-BE49-F238E27FC236}">
                  <a16:creationId xmlns:a16="http://schemas.microsoft.com/office/drawing/2014/main" id="{D5E1E307-2409-4942-84A1-1B8DF2A3D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403"/>
              <a:ext cx="543" cy="133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ko-KR" altLang="ko-KR">
                  <a:solidFill>
                    <a:srgbClr val="FFFFFF"/>
                  </a:solidFill>
                </a:rPr>
                <a:t>작성자</a:t>
              </a:r>
            </a:p>
          </p:txBody>
        </p:sp>
        <p:sp>
          <p:nvSpPr>
            <p:cNvPr id="3084" name="Rectangle 12">
              <a:extLst>
                <a:ext uri="{FF2B5EF4-FFF2-40B4-BE49-F238E27FC236}">
                  <a16:creationId xmlns:a16="http://schemas.microsoft.com/office/drawing/2014/main" id="{9D3E63D7-9CBA-4E33-B777-487BDA678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1" y="403"/>
              <a:ext cx="1042" cy="1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SzPct val="100000"/>
                <a:defRPr/>
              </a:pPr>
              <a:r>
                <a:rPr lang="ko-KR" altLang="en-US" dirty="0" err="1">
                  <a:solidFill>
                    <a:srgbClr val="000000"/>
                  </a:solidFill>
                </a:rPr>
                <a:t>유미르</a:t>
              </a:r>
              <a:endParaRPr lang="ko-KR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085" name="Rectangle 13">
              <a:extLst>
                <a:ext uri="{FF2B5EF4-FFF2-40B4-BE49-F238E27FC236}">
                  <a16:creationId xmlns:a16="http://schemas.microsoft.com/office/drawing/2014/main" id="{0C1B70A2-D178-4052-8D74-23007ED05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" y="537"/>
              <a:ext cx="634" cy="136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ko-KR" altLang="ko-KR">
                  <a:solidFill>
                    <a:srgbClr val="FFFFFF"/>
                  </a:solidFill>
                </a:rPr>
                <a:t>분류명</a:t>
              </a:r>
            </a:p>
          </p:txBody>
        </p:sp>
        <p:sp>
          <p:nvSpPr>
            <p:cNvPr id="3089" name="Rectangle 14">
              <a:extLst>
                <a:ext uri="{FF2B5EF4-FFF2-40B4-BE49-F238E27FC236}">
                  <a16:creationId xmlns:a16="http://schemas.microsoft.com/office/drawing/2014/main" id="{C31D3127-1E48-40F4-A0D3-5DA2228BF9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" y="537"/>
              <a:ext cx="951" cy="1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087" name="Rectangle 15">
              <a:extLst>
                <a:ext uri="{FF2B5EF4-FFF2-40B4-BE49-F238E27FC236}">
                  <a16:creationId xmlns:a16="http://schemas.microsoft.com/office/drawing/2014/main" id="{F08797AB-160E-403C-A4A3-8CE53FF1F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1" y="537"/>
              <a:ext cx="453" cy="136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>
                  <a:solidFill>
                    <a:srgbClr val="FFFFFF"/>
                  </a:solidFill>
                </a:rPr>
                <a:t>Form</a:t>
              </a:r>
              <a:r>
                <a:rPr lang="ko-KR" altLang="ko-KR">
                  <a:solidFill>
                    <a:srgbClr val="FFFFFF"/>
                  </a:solidFill>
                </a:rPr>
                <a:t>명</a:t>
              </a:r>
            </a:p>
          </p:txBody>
        </p:sp>
        <p:sp>
          <p:nvSpPr>
            <p:cNvPr id="3091" name="Rectangle 16">
              <a:extLst>
                <a:ext uri="{FF2B5EF4-FFF2-40B4-BE49-F238E27FC236}">
                  <a16:creationId xmlns:a16="http://schemas.microsoft.com/office/drawing/2014/main" id="{30D4E12B-5E09-45CB-8E3A-4BBF8F3BF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5" y="537"/>
              <a:ext cx="1813" cy="1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7" name="Rectangle 17">
              <a:extLst>
                <a:ext uri="{FF2B5EF4-FFF2-40B4-BE49-F238E27FC236}">
                  <a16:creationId xmlns:a16="http://schemas.microsoft.com/office/drawing/2014/main" id="{8C7130DF-376C-45F3-B781-9E80ACBDC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" y="537"/>
              <a:ext cx="359" cy="136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>
                  <a:solidFill>
                    <a:srgbClr val="FFFFFF"/>
                  </a:solidFill>
                </a:rPr>
                <a:t>P.NO</a:t>
              </a:r>
            </a:p>
          </p:txBody>
        </p:sp>
        <p:sp>
          <p:nvSpPr>
            <p:cNvPr id="3093" name="Rectangle 18">
              <a:extLst>
                <a:ext uri="{FF2B5EF4-FFF2-40B4-BE49-F238E27FC236}">
                  <a16:creationId xmlns:a16="http://schemas.microsoft.com/office/drawing/2014/main" id="{9E8933E4-DA22-42A1-9D00-7A5081836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9" y="537"/>
              <a:ext cx="377" cy="1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8" name="Rectangle 19">
              <a:extLst>
                <a:ext uri="{FF2B5EF4-FFF2-40B4-BE49-F238E27FC236}">
                  <a16:creationId xmlns:a16="http://schemas.microsoft.com/office/drawing/2014/main" id="{D89502DC-D0DD-4D91-8BDC-68677CC50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537"/>
              <a:ext cx="543" cy="136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ko-KR" altLang="ko-KR">
                  <a:solidFill>
                    <a:srgbClr val="FFFFFF"/>
                  </a:solidFill>
                </a:rPr>
                <a:t>작성날짜</a:t>
              </a:r>
            </a:p>
          </p:txBody>
        </p:sp>
        <p:sp>
          <p:nvSpPr>
            <p:cNvPr id="3092" name="Rectangle 20">
              <a:extLst>
                <a:ext uri="{FF2B5EF4-FFF2-40B4-BE49-F238E27FC236}">
                  <a16:creationId xmlns:a16="http://schemas.microsoft.com/office/drawing/2014/main" id="{8BA261E0-3E81-458B-8672-63D4A2127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1" y="537"/>
              <a:ext cx="1042" cy="1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 dirty="0">
                  <a:solidFill>
                    <a:srgbClr val="000000"/>
                  </a:solidFill>
                </a:rPr>
                <a:t>2020.07.07</a:t>
              </a:r>
            </a:p>
          </p:txBody>
        </p:sp>
        <p:sp>
          <p:nvSpPr>
            <p:cNvPr id="3096" name="Rectangle 21">
              <a:extLst>
                <a:ext uri="{FF2B5EF4-FFF2-40B4-BE49-F238E27FC236}">
                  <a16:creationId xmlns:a16="http://schemas.microsoft.com/office/drawing/2014/main" id="{AF0795C6-145B-4FBB-A77B-D62A527D91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" y="674"/>
              <a:ext cx="4592" cy="3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094" name="Rectangle 22">
              <a:extLst>
                <a:ext uri="{FF2B5EF4-FFF2-40B4-BE49-F238E27FC236}">
                  <a16:creationId xmlns:a16="http://schemas.microsoft.com/office/drawing/2014/main" id="{7007670F-5478-4461-B8EF-C892355CB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674"/>
              <a:ext cx="1586" cy="146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>
                  <a:solidFill>
                    <a:srgbClr val="FFFFFF"/>
                  </a:solidFill>
                </a:rPr>
                <a:t>Description</a:t>
              </a:r>
            </a:p>
          </p:txBody>
        </p:sp>
        <p:sp>
          <p:nvSpPr>
            <p:cNvPr id="3095" name="Rectangle 23">
              <a:extLst>
                <a:ext uri="{FF2B5EF4-FFF2-40B4-BE49-F238E27FC236}">
                  <a16:creationId xmlns:a16="http://schemas.microsoft.com/office/drawing/2014/main" id="{43784CDB-2F17-41C7-BF29-74234207F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821"/>
              <a:ext cx="1586" cy="326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>
                  <a:solidFill>
                    <a:srgbClr val="FFFFFF"/>
                  </a:solidFill>
                </a:rPr>
                <a:t>Table In</a:t>
              </a: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>
                  <a:solidFill>
                    <a:srgbClr val="FFFFFF"/>
                  </a:solidFill>
                </a:rPr>
                <a:t>Formation</a:t>
              </a:r>
            </a:p>
          </p:txBody>
        </p:sp>
        <p:sp>
          <p:nvSpPr>
            <p:cNvPr id="3099" name="Line 24">
              <a:extLst>
                <a:ext uri="{FF2B5EF4-FFF2-40B4-BE49-F238E27FC236}">
                  <a16:creationId xmlns:a16="http://schemas.microsoft.com/office/drawing/2014/main" id="{025CC732-FA4A-431E-90C4-C5F881A2C4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9" y="403"/>
              <a:ext cx="0" cy="27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0" name="Line 25">
              <a:extLst>
                <a:ext uri="{FF2B5EF4-FFF2-40B4-BE49-F238E27FC236}">
                  <a16:creationId xmlns:a16="http://schemas.microsoft.com/office/drawing/2014/main" id="{D2A7C52A-9DAD-493D-9546-86379B049D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1" y="403"/>
              <a:ext cx="0" cy="27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1" name="Line 26">
              <a:extLst>
                <a:ext uri="{FF2B5EF4-FFF2-40B4-BE49-F238E27FC236}">
                  <a16:creationId xmlns:a16="http://schemas.microsoft.com/office/drawing/2014/main" id="{369336A8-C1AE-4DA2-B677-A722270215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5" y="403"/>
              <a:ext cx="0" cy="27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2" name="Line 27">
              <a:extLst>
                <a:ext uri="{FF2B5EF4-FFF2-40B4-BE49-F238E27FC236}">
                  <a16:creationId xmlns:a16="http://schemas.microsoft.com/office/drawing/2014/main" id="{86DBC5D4-4152-4DC6-B0F8-F70830A9F8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9" y="403"/>
              <a:ext cx="0" cy="27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3" name="Line 28">
              <a:extLst>
                <a:ext uri="{FF2B5EF4-FFF2-40B4-BE49-F238E27FC236}">
                  <a16:creationId xmlns:a16="http://schemas.microsoft.com/office/drawing/2014/main" id="{2367859F-540C-4C93-AF02-7057BCD142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9" y="403"/>
              <a:ext cx="0" cy="27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4" name="Line 29">
              <a:extLst>
                <a:ext uri="{FF2B5EF4-FFF2-40B4-BE49-F238E27FC236}">
                  <a16:creationId xmlns:a16="http://schemas.microsoft.com/office/drawing/2014/main" id="{EF3C278F-6883-4FB8-8040-2E637CAB6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3"/>
              <a:ext cx="0" cy="3685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5" name="Line 30">
              <a:extLst>
                <a:ext uri="{FF2B5EF4-FFF2-40B4-BE49-F238E27FC236}">
                  <a16:creationId xmlns:a16="http://schemas.microsoft.com/office/drawing/2014/main" id="{40D57C76-BBDF-42B4-825D-EBE050669A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1" y="403"/>
              <a:ext cx="0" cy="27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6" name="Line 31">
              <a:extLst>
                <a:ext uri="{FF2B5EF4-FFF2-40B4-BE49-F238E27FC236}">
                  <a16:creationId xmlns:a16="http://schemas.microsoft.com/office/drawing/2014/main" id="{B6B8275A-A9BA-42C4-ACC1-99D5AC2BE0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" y="537"/>
              <a:ext cx="6179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7" name="Line 32">
              <a:extLst>
                <a:ext uri="{FF2B5EF4-FFF2-40B4-BE49-F238E27FC236}">
                  <a16:creationId xmlns:a16="http://schemas.microsoft.com/office/drawing/2014/main" id="{308E0350-2A3F-4D92-BB12-90234F77A1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" y="674"/>
              <a:ext cx="6179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8" name="Line 33">
              <a:extLst>
                <a:ext uri="{FF2B5EF4-FFF2-40B4-BE49-F238E27FC236}">
                  <a16:creationId xmlns:a16="http://schemas.microsoft.com/office/drawing/2014/main" id="{FAE74E66-8F2A-419A-851C-9D2F59A68F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1"/>
              <a:ext cx="1586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9" name="Line 34">
              <a:extLst>
                <a:ext uri="{FF2B5EF4-FFF2-40B4-BE49-F238E27FC236}">
                  <a16:creationId xmlns:a16="http://schemas.microsoft.com/office/drawing/2014/main" id="{F7985180-ACC9-474F-9EB2-E9717EED74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" y="403"/>
              <a:ext cx="0" cy="3685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10" name="Line 35">
              <a:extLst>
                <a:ext uri="{FF2B5EF4-FFF2-40B4-BE49-F238E27FC236}">
                  <a16:creationId xmlns:a16="http://schemas.microsoft.com/office/drawing/2014/main" id="{F0C746D6-FA99-42F3-8211-0E89301E12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4" y="403"/>
              <a:ext cx="0" cy="3685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11" name="Line 36">
              <a:extLst>
                <a:ext uri="{FF2B5EF4-FFF2-40B4-BE49-F238E27FC236}">
                  <a16:creationId xmlns:a16="http://schemas.microsoft.com/office/drawing/2014/main" id="{DE420C61-DBDD-4571-943F-0F4BE8373B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" y="403"/>
              <a:ext cx="6179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12" name="Line 37">
              <a:extLst>
                <a:ext uri="{FF2B5EF4-FFF2-40B4-BE49-F238E27FC236}">
                  <a16:creationId xmlns:a16="http://schemas.microsoft.com/office/drawing/2014/main" id="{2E645303-D6AE-49EB-9260-E375A346E4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" y="4089"/>
              <a:ext cx="6179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078" name="Rectangle 38">
            <a:extLst>
              <a:ext uri="{FF2B5EF4-FFF2-40B4-BE49-F238E27FC236}">
                <a16:creationId xmlns:a16="http://schemas.microsoft.com/office/drawing/2014/main" id="{2067F81C-CDC9-47E4-86E5-4AB9BA5592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80975" y="1588"/>
            <a:ext cx="3455988" cy="34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GB"/>
              <a:t>제목 텍스트의 서식을 편집하려면 클릭하십시오</a:t>
            </a:r>
            <a:r>
              <a:rPr lang="en-GB" altLang="ko-KR"/>
              <a:t>.</a:t>
            </a:r>
          </a:p>
        </p:txBody>
      </p:sp>
      <p:sp>
        <p:nvSpPr>
          <p:cNvPr id="3079" name="Rectangle 39">
            <a:extLst>
              <a:ext uri="{FF2B5EF4-FFF2-40B4-BE49-F238E27FC236}">
                <a16:creationId xmlns:a16="http://schemas.microsoft.com/office/drawing/2014/main" id="{B66791BB-511E-4EB9-B974-D964C3BAAD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3575" y="0"/>
            <a:ext cx="2894013" cy="30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GB" dirty="0"/>
              <a:t>개요 텍스트의 서식을 편집하려면 클릭하십시오</a:t>
            </a:r>
          </a:p>
          <a:p>
            <a:pPr lvl="1"/>
            <a:r>
              <a:rPr lang="en-GB" altLang="ko-KR" dirty="0"/>
              <a:t>2</a:t>
            </a:r>
            <a:r>
              <a:rPr lang="ko-KR" altLang="en-GB" dirty="0"/>
              <a:t>번째 개요 수준</a:t>
            </a:r>
          </a:p>
          <a:p>
            <a:pPr lvl="2"/>
            <a:r>
              <a:rPr lang="en-GB" altLang="ko-KR" dirty="0"/>
              <a:t>3</a:t>
            </a:r>
            <a:r>
              <a:rPr lang="ko-KR" altLang="en-GB" dirty="0"/>
              <a:t>번째 개요 수준</a:t>
            </a:r>
          </a:p>
          <a:p>
            <a:pPr lvl="3"/>
            <a:r>
              <a:rPr lang="en-GB" altLang="ko-KR" dirty="0"/>
              <a:t>4</a:t>
            </a:r>
            <a:r>
              <a:rPr lang="ko-KR" altLang="en-GB" dirty="0"/>
              <a:t>번째 개요 수준</a:t>
            </a:r>
          </a:p>
          <a:p>
            <a:pPr lvl="4"/>
            <a:r>
              <a:rPr lang="en-GB" altLang="ko-KR" dirty="0"/>
              <a:t>5</a:t>
            </a:r>
            <a:r>
              <a:rPr lang="ko-KR" altLang="en-GB" dirty="0"/>
              <a:t>번째 개요 수준</a:t>
            </a:r>
          </a:p>
          <a:p>
            <a:pPr lvl="4"/>
            <a:r>
              <a:rPr lang="en-GB" altLang="ko-KR" dirty="0"/>
              <a:t>6</a:t>
            </a:r>
            <a:r>
              <a:rPr lang="ko-KR" altLang="en-GB" dirty="0"/>
              <a:t>번째 개요 수준</a:t>
            </a:r>
          </a:p>
          <a:p>
            <a:pPr lvl="4"/>
            <a:r>
              <a:rPr lang="en-GB" altLang="ko-KR" dirty="0"/>
              <a:t>7</a:t>
            </a:r>
            <a:r>
              <a:rPr lang="ko-KR" altLang="en-GB" dirty="0"/>
              <a:t>번째 개요 수준</a:t>
            </a:r>
          </a:p>
          <a:p>
            <a:pPr lvl="4"/>
            <a:r>
              <a:rPr lang="en-GB" altLang="ko-KR" dirty="0"/>
              <a:t>8</a:t>
            </a:r>
            <a:r>
              <a:rPr lang="ko-KR" altLang="en-GB" dirty="0"/>
              <a:t>번째 개요 수준</a:t>
            </a:r>
          </a:p>
          <a:p>
            <a:pPr lvl="4"/>
            <a:r>
              <a:rPr lang="en-GB" altLang="ko-KR" dirty="0"/>
              <a:t>9</a:t>
            </a:r>
            <a:r>
              <a:rPr lang="ko-KR" altLang="en-GB" dirty="0"/>
              <a:t>번째 개요 수준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9pPr>
    </p:titleStyle>
    <p:bodyStyle>
      <a:lvl1pPr marL="342900" indent="-342900" algn="r" defTabSz="449263" rtl="0" eaLnBrk="0" fontAlgn="base" hangingPunct="0">
        <a:spcBef>
          <a:spcPts val="3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6">
            <a:extLst>
              <a:ext uri="{FF2B5EF4-FFF2-40B4-BE49-F238E27FC236}">
                <a16:creationId xmlns:a16="http://schemas.microsoft.com/office/drawing/2014/main" id="{F15C8622-7715-48EF-B28B-FB6DE0018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7588" cy="357188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none" anchor="ctr"/>
          <a:lstStyle>
            <a:lvl1pPr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defRPr/>
            </a:pPr>
            <a:endParaRPr kumimoji="1" lang="ko-KR" altLang="en-US" sz="9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98584857-D68E-4BF3-BD19-2725A7DC55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81005" y="1589"/>
            <a:ext cx="3458129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A9BD2A85-CAB8-4A3B-A4EF-30EDC9DE60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735255" y="9525"/>
            <a:ext cx="2896064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ko-KR" altLang="ko-KR"/>
          </a:p>
        </p:txBody>
      </p:sp>
      <p:sp>
        <p:nvSpPr>
          <p:cNvPr id="1029" name="Text Box 62">
            <a:extLst>
              <a:ext uri="{FF2B5EF4-FFF2-40B4-BE49-F238E27FC236}">
                <a16:creationId xmlns:a16="http://schemas.microsoft.com/office/drawing/2014/main" id="{E6D21EED-23EE-4309-8887-F5F6A3A03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932" y="6709732"/>
            <a:ext cx="4129750" cy="110800"/>
          </a:xfrm>
          <a:prstGeom prst="rect">
            <a:avLst/>
          </a:prstGeom>
          <a:noFill/>
          <a:ln>
            <a:noFill/>
          </a:ln>
        </p:spPr>
        <p:txBody>
          <a:bodyPr lIns="91430" tIns="0" rIns="91430" bIns="0" anchor="ctr">
            <a:spAutoFit/>
          </a:bodyPr>
          <a:lstStyle>
            <a:lvl1pPr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latinLnBrk="1" hangingPunct="1">
              <a:lnSpc>
                <a:spcPct val="80000"/>
              </a:lnSpc>
              <a:defRPr/>
            </a:pPr>
            <a:r>
              <a:rPr kumimoji="1" lang="en-US" altLang="ja-JP" sz="90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All Rights Reserved </a:t>
            </a:r>
            <a:r>
              <a:rPr kumimoji="1" lang="ko-KR" altLang="en-US" sz="90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㈜환경과학기술</a:t>
            </a:r>
            <a:endParaRPr kumimoji="1" lang="en-US" altLang="ja-JP" sz="90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B6AA23-3935-4DFF-96D6-FC36C69FE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2346" y="6624638"/>
            <a:ext cx="330580" cy="222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415" tIns="34208" rIns="68415" bIns="34208">
            <a:spAutoFit/>
          </a:bodyPr>
          <a:lstStyle>
            <a:lvl1pPr defTabSz="684213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742950" indent="-285750" defTabSz="684213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 marL="1143000" indent="-228600" defTabSz="684213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 marL="1600200" indent="-228600" defTabSz="684213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 marL="2057400" indent="-228600" defTabSz="684213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latinLnBrk="1" hangingPunct="1"/>
            <a:fld id="{E654F24B-91D5-453A-88EC-05B7302532D8}" type="slidenum">
              <a:rPr kumimoji="1" lang="ko-KR" altLang="en-US" sz="1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 eaLnBrk="1" latinLnBrk="1" hangingPunct="1"/>
              <a:t>‹#›</a:t>
            </a:fld>
            <a:endParaRPr kumimoji="1" lang="en-US" altLang="ko-KR" sz="1000">
              <a:solidFill>
                <a:schemeClr val="tx1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1031" name="Line 6">
            <a:extLst>
              <a:ext uri="{FF2B5EF4-FFF2-40B4-BE49-F238E27FC236}">
                <a16:creationId xmlns:a16="http://schemas.microsoft.com/office/drawing/2014/main" id="{6BD50599-6313-4BD0-984A-5428107268F2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13525"/>
            <a:ext cx="9907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 anchor="ctr"/>
          <a:lstStyle/>
          <a:p>
            <a:pPr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1"/>
          </a:solidFill>
          <a:latin typeface="HY견고딕" pitchFamily="18" charset="-127"/>
          <a:ea typeface="HY견고딕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1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1600">
          <a:solidFill>
            <a:schemeClr val="bg1"/>
          </a:solidFill>
          <a:latin typeface="HY울릉도M" pitchFamily="18" charset="-127"/>
          <a:ea typeface="HY울릉도M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1600">
          <a:solidFill>
            <a:schemeClr val="bg1"/>
          </a:solidFill>
          <a:latin typeface="HY울릉도M" pitchFamily="18" charset="-127"/>
          <a:ea typeface="HY울릉도M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1600">
          <a:solidFill>
            <a:schemeClr val="bg1"/>
          </a:solidFill>
          <a:latin typeface="HY울릉도M" pitchFamily="18" charset="-127"/>
          <a:ea typeface="HY울릉도M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1600">
          <a:solidFill>
            <a:schemeClr val="bg1"/>
          </a:solidFill>
          <a:latin typeface="HY울릉도M" pitchFamily="18" charset="-127"/>
          <a:ea typeface="HY울릉도M" pitchFamily="18" charset="-127"/>
        </a:defRPr>
      </a:lvl9pPr>
    </p:titleStyle>
    <p:bodyStyle>
      <a:lvl1pPr marL="342900" indent="-342900" algn="r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굴림" pitchFamily="50" charset="-127"/>
          <a:ea typeface="굴림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굴림" pitchFamily="50" charset="-127"/>
          <a:ea typeface="굴림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comments" Target="../comments/commen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ext Box 1">
            <a:extLst>
              <a:ext uri="{FF2B5EF4-FFF2-40B4-BE49-F238E27FC236}">
                <a16:creationId xmlns:a16="http://schemas.microsoft.com/office/drawing/2014/main" id="{808368A7-FE25-4D01-AA5C-9F744EB12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785938"/>
            <a:ext cx="6508750" cy="150018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buSzPct val="100000"/>
              <a:defRPr/>
            </a:pPr>
            <a:r>
              <a:rPr lang="en-US" altLang="ko-KR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SCM</a:t>
            </a:r>
            <a:r>
              <a:rPr lang="ko-KR" altLang="ko-KR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 시스템</a:t>
            </a:r>
            <a:br>
              <a:rPr lang="en-US" altLang="ko-KR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</a:br>
            <a:r>
              <a:rPr lang="ko-KR" altLang="ko-KR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화면정의서</a:t>
            </a:r>
          </a:p>
        </p:txBody>
      </p:sp>
      <p:sp>
        <p:nvSpPr>
          <p:cNvPr id="5123" name="Text Box 2">
            <a:extLst>
              <a:ext uri="{FF2B5EF4-FFF2-40B4-BE49-F238E27FC236}">
                <a16:creationId xmlns:a16="http://schemas.microsoft.com/office/drawing/2014/main" id="{F240707B-4C85-47CB-B5E6-E67A23455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7675" y="3643313"/>
            <a:ext cx="1857375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ko-KR" sz="1800">
              <a:solidFill>
                <a:srgbClr val="000000"/>
              </a:solidFill>
              <a:latin typeface="휴먼옛체" panose="02030504000101010101" pitchFamily="18" charset="-127"/>
              <a:cs typeface="휴먼옛체" panose="02030504000101010101" pitchFamily="18" charset="-127"/>
            </a:endParaRPr>
          </a:p>
          <a:p>
            <a:pPr algn="ctr" eaLnBrk="1" hangingPunct="1">
              <a:buClrTx/>
              <a:buFontTx/>
              <a:buNone/>
            </a:pPr>
            <a:r>
              <a:rPr lang="ko-KR" altLang="ko-KR" sz="1800">
                <a:solidFill>
                  <a:srgbClr val="000000"/>
                </a:solidFill>
                <a:latin typeface="휴먼옛체" panose="02030504000101010101" pitchFamily="18" charset="-127"/>
                <a:cs typeface="휴먼옛체" panose="02030504000101010101" pitchFamily="18" charset="-127"/>
              </a:rPr>
              <a:t>채용예정자 교육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C71D909-EF7B-42BD-B2AD-6818080B06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836" y="1129594"/>
            <a:ext cx="6461427" cy="5269139"/>
          </a:xfrm>
          <a:prstGeom prst="rect">
            <a:avLst/>
          </a:prstGeom>
        </p:spPr>
      </p:pic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7" name="그룹 46"/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8" name="그룹 52"/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5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5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0" name="그룹 58"/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6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1" name="그룹 64"/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6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573581" y="1958360"/>
            <a:ext cx="2276757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신규등록의 경우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 err="1">
                <a:solidFill>
                  <a:schemeClr val="tx1"/>
                </a:solidFill>
              </a:rPr>
              <a:t>콤보박스로</a:t>
            </a:r>
            <a:r>
              <a:rPr lang="ko-KR" altLang="en-US" dirty="0">
                <a:solidFill>
                  <a:schemeClr val="tx1"/>
                </a:solidFill>
              </a:rPr>
              <a:t> 선택할 수 있게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수정의 경우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기업고객 혹은 내부직원을 표시</a:t>
            </a:r>
          </a:p>
        </p:txBody>
      </p:sp>
      <p:sp>
        <p:nvSpPr>
          <p:cNvPr id="79" name="직사각형 78"/>
          <p:cNvSpPr/>
          <p:nvPr/>
        </p:nvSpPr>
        <p:spPr bwMode="auto">
          <a:xfrm>
            <a:off x="7570431" y="2606432"/>
            <a:ext cx="2261240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기업고객 전용 항목</a:t>
            </a:r>
          </a:p>
        </p:txBody>
      </p:sp>
      <p:sp>
        <p:nvSpPr>
          <p:cNvPr id="83" name="직사각형 82"/>
          <p:cNvSpPr/>
          <p:nvPr/>
        </p:nvSpPr>
        <p:spPr bwMode="auto">
          <a:xfrm>
            <a:off x="7570431" y="3243456"/>
            <a:ext cx="2283817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기업고객 전용 항목</a:t>
            </a:r>
          </a:p>
        </p:txBody>
      </p:sp>
      <p:sp>
        <p:nvSpPr>
          <p:cNvPr id="84" name="직사각형 83"/>
          <p:cNvSpPr/>
          <p:nvPr/>
        </p:nvSpPr>
        <p:spPr bwMode="auto">
          <a:xfrm>
            <a:off x="7562529" y="3880480"/>
            <a:ext cx="2283817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내부직원 전용항목</a:t>
            </a:r>
          </a:p>
        </p:txBody>
      </p:sp>
      <p:sp>
        <p:nvSpPr>
          <p:cNvPr id="85" name="직사각형 84"/>
          <p:cNvSpPr/>
          <p:nvPr/>
        </p:nvSpPr>
        <p:spPr bwMode="auto">
          <a:xfrm>
            <a:off x="7579847" y="4547984"/>
            <a:ext cx="2258597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내부직원 전용항목</a:t>
            </a:r>
          </a:p>
        </p:txBody>
      </p:sp>
      <p:sp>
        <p:nvSpPr>
          <p:cNvPr id="86" name="직사각형 85"/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1" name="Oval 39">
            <a:extLst>
              <a:ext uri="{FF2B5EF4-FFF2-40B4-BE49-F238E27FC236}">
                <a16:creationId xmlns:a16="http://schemas.microsoft.com/office/drawing/2014/main" id="{975E401D-32A8-49BF-A01B-0EAF53A63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096" y="1877510"/>
            <a:ext cx="215900" cy="21974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72" name="Text Box 2">
            <a:extLst>
              <a:ext uri="{FF2B5EF4-FFF2-40B4-BE49-F238E27FC236}">
                <a16:creationId xmlns:a16="http://schemas.microsoft.com/office/drawing/2014/main" id="{16BA03A2-E14D-4B1A-9D2A-924DCF92E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기준정보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3" name="Text Box 3">
            <a:extLst>
              <a:ext uri="{FF2B5EF4-FFF2-40B4-BE49-F238E27FC236}">
                <a16:creationId xmlns:a16="http://schemas.microsoft.com/office/drawing/2014/main" id="{7DD2D615-6C8E-4906-9EC2-AD271F04C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기업 고객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ko-KR" altLang="en-US" dirty="0">
                <a:solidFill>
                  <a:srgbClr val="000000"/>
                </a:solidFill>
              </a:rPr>
              <a:t>직원정보 관리</a:t>
            </a:r>
            <a:r>
              <a:rPr lang="en-US" altLang="ko-KR" dirty="0">
                <a:solidFill>
                  <a:srgbClr val="000000"/>
                </a:solidFill>
              </a:rPr>
              <a:t>(</a:t>
            </a:r>
            <a:r>
              <a:rPr lang="ko-KR" altLang="en-US" dirty="0">
                <a:solidFill>
                  <a:srgbClr val="000000"/>
                </a:solidFill>
              </a:rPr>
              <a:t>등록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r>
              <a:rPr lang="ko-KR" altLang="en-US" dirty="0">
                <a:solidFill>
                  <a:srgbClr val="000000"/>
                </a:solidFill>
              </a:rPr>
              <a:t>수정</a:t>
            </a:r>
            <a:r>
              <a:rPr lang="en-US" altLang="ko-KR" dirty="0">
                <a:solidFill>
                  <a:srgbClr val="000000"/>
                </a:solidFill>
              </a:rPr>
              <a:t>)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6" name="Text Box 4">
            <a:extLst>
              <a:ext uri="{FF2B5EF4-FFF2-40B4-BE49-F238E27FC236}">
                <a16:creationId xmlns:a16="http://schemas.microsoft.com/office/drawing/2014/main" id="{D52E7162-C5AD-4396-8FDA-7217F449A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scm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en-US" altLang="ko-KR" dirty="0" err="1">
                <a:solidFill>
                  <a:srgbClr val="000000"/>
                </a:solidFill>
              </a:rPr>
              <a:t>UserInfo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77" name="Text Box 16">
            <a:extLst>
              <a:ext uri="{FF2B5EF4-FFF2-40B4-BE49-F238E27FC236}">
                <a16:creationId xmlns:a16="http://schemas.microsoft.com/office/drawing/2014/main" id="{A8C12AFD-BFE0-439E-8E37-059803377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601661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680B74E-FA72-4212-A6AC-696A55272E85}"/>
              </a:ext>
            </a:extLst>
          </p:cNvPr>
          <p:cNvSpPr/>
          <p:nvPr/>
        </p:nvSpPr>
        <p:spPr bwMode="auto">
          <a:xfrm>
            <a:off x="8266163" y="653833"/>
            <a:ext cx="1440160" cy="182780"/>
          </a:xfrm>
          <a:prstGeom prst="rect">
            <a:avLst/>
          </a:prstGeom>
          <a:solidFill>
            <a:schemeClr val="bg1"/>
          </a:solidFill>
          <a:ln w="12600" cap="sq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전광복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22FEE87-2075-4944-BA81-B1A4DA0A7ABF}"/>
              </a:ext>
            </a:extLst>
          </p:cNvPr>
          <p:cNvSpPr/>
          <p:nvPr/>
        </p:nvSpPr>
        <p:spPr bwMode="auto">
          <a:xfrm>
            <a:off x="7574057" y="133930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체크 시 목록에서 삭제된 정보도 표시</a:t>
            </a:r>
          </a:p>
        </p:txBody>
      </p:sp>
      <p:sp>
        <p:nvSpPr>
          <p:cNvPr id="81" name="Oval 41">
            <a:extLst>
              <a:ext uri="{FF2B5EF4-FFF2-40B4-BE49-F238E27FC236}">
                <a16:creationId xmlns:a16="http://schemas.microsoft.com/office/drawing/2014/main" id="{EA38D3A1-793D-4DEB-B082-7AABDB792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314" y="4226612"/>
            <a:ext cx="215900" cy="228278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82" name="Oval 41">
            <a:extLst>
              <a:ext uri="{FF2B5EF4-FFF2-40B4-BE49-F238E27FC236}">
                <a16:creationId xmlns:a16="http://schemas.microsoft.com/office/drawing/2014/main" id="{7166872A-7F0B-4F61-BF0E-FFDD5D933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8351" y="4528551"/>
            <a:ext cx="215900" cy="228277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78" name="Oval 41">
            <a:extLst>
              <a:ext uri="{FF2B5EF4-FFF2-40B4-BE49-F238E27FC236}">
                <a16:creationId xmlns:a16="http://schemas.microsoft.com/office/drawing/2014/main" id="{D0D00031-A4D1-4229-BFB8-0BBA3DC01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2139" y="4528551"/>
            <a:ext cx="215900" cy="228277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</a:p>
        </p:txBody>
      </p:sp>
      <p:sp>
        <p:nvSpPr>
          <p:cNvPr id="88" name="Oval 41">
            <a:extLst>
              <a:ext uri="{FF2B5EF4-FFF2-40B4-BE49-F238E27FC236}">
                <a16:creationId xmlns:a16="http://schemas.microsoft.com/office/drawing/2014/main" id="{C8A2A8C4-1B6E-4196-A91C-A04CD2A85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8351" y="4964350"/>
            <a:ext cx="215900" cy="228277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5</a:t>
            </a:r>
          </a:p>
        </p:txBody>
      </p:sp>
      <p:sp>
        <p:nvSpPr>
          <p:cNvPr id="89" name="Oval 41">
            <a:extLst>
              <a:ext uri="{FF2B5EF4-FFF2-40B4-BE49-F238E27FC236}">
                <a16:creationId xmlns:a16="http://schemas.microsoft.com/office/drawing/2014/main" id="{3234A96B-1AFE-4D9D-B5B2-1EBF17738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2139" y="4964350"/>
            <a:ext cx="215900" cy="228277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6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3157CBD-5609-4755-9553-62069EBC43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392" y="1118984"/>
            <a:ext cx="6477352" cy="6858000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0CD6372C-0288-4231-B267-1A985765BA62}"/>
              </a:ext>
            </a:extLst>
          </p:cNvPr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5FC63D76-12B5-4682-A7CB-2D025C5E7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1A8AA187-EF02-4291-BC46-6C7516E062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615BE6B2-D5C5-4DF2-A202-08D390B808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099223E0-3D38-4C61-A6AB-77FD1131B4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36238226-12E6-4277-A7FE-FE1D58EBCC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36E43D9-94F5-4BC9-A9B9-0963F3212934}"/>
              </a:ext>
            </a:extLst>
          </p:cNvPr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13" name="Rectangle 4">
              <a:extLst>
                <a:ext uri="{FF2B5EF4-FFF2-40B4-BE49-F238E27FC236}">
                  <a16:creationId xmlns:a16="http://schemas.microsoft.com/office/drawing/2014/main" id="{6146D108-AA9E-46C7-87B8-DB32E886E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4" name="Line 9">
              <a:extLst>
                <a:ext uri="{FF2B5EF4-FFF2-40B4-BE49-F238E27FC236}">
                  <a16:creationId xmlns:a16="http://schemas.microsoft.com/office/drawing/2014/main" id="{19F7AB7C-2DB8-4583-8A5A-A7497EF0B7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" name="Line 10">
              <a:extLst>
                <a:ext uri="{FF2B5EF4-FFF2-40B4-BE49-F238E27FC236}">
                  <a16:creationId xmlns:a16="http://schemas.microsoft.com/office/drawing/2014/main" id="{D9070A5E-4623-495B-B282-DC211EB46D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6" name="Line 11">
              <a:extLst>
                <a:ext uri="{FF2B5EF4-FFF2-40B4-BE49-F238E27FC236}">
                  <a16:creationId xmlns:a16="http://schemas.microsoft.com/office/drawing/2014/main" id="{98091718-3609-4C97-AA31-4F8E557DB2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" name="Line 12">
              <a:extLst>
                <a:ext uri="{FF2B5EF4-FFF2-40B4-BE49-F238E27FC236}">
                  <a16:creationId xmlns:a16="http://schemas.microsoft.com/office/drawing/2014/main" id="{972BF1FD-2CAA-4CD7-9B7B-63905F4572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80B7729-A1B4-4A0D-962C-75EA75924A6E}"/>
              </a:ext>
            </a:extLst>
          </p:cNvPr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19" name="Rectangle 4">
              <a:extLst>
                <a:ext uri="{FF2B5EF4-FFF2-40B4-BE49-F238E27FC236}">
                  <a16:creationId xmlns:a16="http://schemas.microsoft.com/office/drawing/2014/main" id="{D970C46C-D38F-4109-830F-3ABFA1186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20" name="Line 9">
              <a:extLst>
                <a:ext uri="{FF2B5EF4-FFF2-40B4-BE49-F238E27FC236}">
                  <a16:creationId xmlns:a16="http://schemas.microsoft.com/office/drawing/2014/main" id="{DC71825A-B59B-43E0-97A3-9D168DA69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" name="Line 10">
              <a:extLst>
                <a:ext uri="{FF2B5EF4-FFF2-40B4-BE49-F238E27FC236}">
                  <a16:creationId xmlns:a16="http://schemas.microsoft.com/office/drawing/2014/main" id="{B7CA2A7B-4DD8-4E96-B7F6-0E5211ECAB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2" name="Line 11">
              <a:extLst>
                <a:ext uri="{FF2B5EF4-FFF2-40B4-BE49-F238E27FC236}">
                  <a16:creationId xmlns:a16="http://schemas.microsoft.com/office/drawing/2014/main" id="{82D0468F-32FF-409B-9B60-29930A4D59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3" name="Line 12">
              <a:extLst>
                <a:ext uri="{FF2B5EF4-FFF2-40B4-BE49-F238E27FC236}">
                  <a16:creationId xmlns:a16="http://schemas.microsoft.com/office/drawing/2014/main" id="{7CE66C98-9E31-4FF6-8CC7-825EA2CD5E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2D202EA-8900-4648-A31B-14A26F027D17}"/>
              </a:ext>
            </a:extLst>
          </p:cNvPr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25" name="Rectangle 4">
              <a:extLst>
                <a:ext uri="{FF2B5EF4-FFF2-40B4-BE49-F238E27FC236}">
                  <a16:creationId xmlns:a16="http://schemas.microsoft.com/office/drawing/2014/main" id="{9DAD189E-617A-4015-AEA2-3AD5EF57E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26" name="Line 9">
              <a:extLst>
                <a:ext uri="{FF2B5EF4-FFF2-40B4-BE49-F238E27FC236}">
                  <a16:creationId xmlns:a16="http://schemas.microsoft.com/office/drawing/2014/main" id="{706F2757-BC1F-44C4-99B2-61C82726BC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0">
              <a:extLst>
                <a:ext uri="{FF2B5EF4-FFF2-40B4-BE49-F238E27FC236}">
                  <a16:creationId xmlns:a16="http://schemas.microsoft.com/office/drawing/2014/main" id="{E207FF67-A50D-4344-B73D-76A3B97502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1">
              <a:extLst>
                <a:ext uri="{FF2B5EF4-FFF2-40B4-BE49-F238E27FC236}">
                  <a16:creationId xmlns:a16="http://schemas.microsoft.com/office/drawing/2014/main" id="{52AA6136-EA2C-4763-A4E4-4EBCC63F9C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" name="Line 12">
              <a:extLst>
                <a:ext uri="{FF2B5EF4-FFF2-40B4-BE49-F238E27FC236}">
                  <a16:creationId xmlns:a16="http://schemas.microsoft.com/office/drawing/2014/main" id="{A06CD0D0-4C23-4379-BC96-B7DE4973F8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E80EE8F-3F74-451C-B7FC-A73F6EC926B9}"/>
              </a:ext>
            </a:extLst>
          </p:cNvPr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31" name="Rectangle 4">
              <a:extLst>
                <a:ext uri="{FF2B5EF4-FFF2-40B4-BE49-F238E27FC236}">
                  <a16:creationId xmlns:a16="http://schemas.microsoft.com/office/drawing/2014/main" id="{602C1306-E429-4DB7-B05B-293BCE2E43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2" name="Line 9">
              <a:extLst>
                <a:ext uri="{FF2B5EF4-FFF2-40B4-BE49-F238E27FC236}">
                  <a16:creationId xmlns:a16="http://schemas.microsoft.com/office/drawing/2014/main" id="{694DF86C-D225-478B-A0E2-1D9AA0ADBF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" name="Line 10">
              <a:extLst>
                <a:ext uri="{FF2B5EF4-FFF2-40B4-BE49-F238E27FC236}">
                  <a16:creationId xmlns:a16="http://schemas.microsoft.com/office/drawing/2014/main" id="{8B6A576B-39B7-4F94-BE27-CE31AEE1F4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4" name="Line 11">
              <a:extLst>
                <a:ext uri="{FF2B5EF4-FFF2-40B4-BE49-F238E27FC236}">
                  <a16:creationId xmlns:a16="http://schemas.microsoft.com/office/drawing/2014/main" id="{BDE5A33A-914E-46C1-AB98-10B729113B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" name="Line 12">
              <a:extLst>
                <a:ext uri="{FF2B5EF4-FFF2-40B4-BE49-F238E27FC236}">
                  <a16:creationId xmlns:a16="http://schemas.microsoft.com/office/drawing/2014/main" id="{CB8B73CD-7010-43E9-918E-BEAB34C749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D56CE90-66C9-4E8A-B0C8-2C6569989B84}"/>
              </a:ext>
            </a:extLst>
          </p:cNvPr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37" name="Rectangle 4">
              <a:extLst>
                <a:ext uri="{FF2B5EF4-FFF2-40B4-BE49-F238E27FC236}">
                  <a16:creationId xmlns:a16="http://schemas.microsoft.com/office/drawing/2014/main" id="{3A913423-D40A-4553-B2F2-DD694676D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38" name="Line 9">
              <a:extLst>
                <a:ext uri="{FF2B5EF4-FFF2-40B4-BE49-F238E27FC236}">
                  <a16:creationId xmlns:a16="http://schemas.microsoft.com/office/drawing/2014/main" id="{AE8722D7-9DD3-4340-873E-057517E740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0">
              <a:extLst>
                <a:ext uri="{FF2B5EF4-FFF2-40B4-BE49-F238E27FC236}">
                  <a16:creationId xmlns:a16="http://schemas.microsoft.com/office/drawing/2014/main" id="{6D794A68-A1C8-41DF-992A-7966EBDD25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1">
              <a:extLst>
                <a:ext uri="{FF2B5EF4-FFF2-40B4-BE49-F238E27FC236}">
                  <a16:creationId xmlns:a16="http://schemas.microsoft.com/office/drawing/2014/main" id="{F9A1E8C5-40A8-4731-ABC9-AA9BD75F2C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1" name="Line 12">
              <a:extLst>
                <a:ext uri="{FF2B5EF4-FFF2-40B4-BE49-F238E27FC236}">
                  <a16:creationId xmlns:a16="http://schemas.microsoft.com/office/drawing/2014/main" id="{4E58319A-E15C-4829-972F-9F5DBC4D90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9A668B3-FD45-42F5-B1CF-026B276AE3C7}"/>
              </a:ext>
            </a:extLst>
          </p:cNvPr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43" name="Rectangle 4">
              <a:extLst>
                <a:ext uri="{FF2B5EF4-FFF2-40B4-BE49-F238E27FC236}">
                  <a16:creationId xmlns:a16="http://schemas.microsoft.com/office/drawing/2014/main" id="{7BC85B8B-1110-4AAC-AB3E-7A38F3D02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44" name="Line 9">
              <a:extLst>
                <a:ext uri="{FF2B5EF4-FFF2-40B4-BE49-F238E27FC236}">
                  <a16:creationId xmlns:a16="http://schemas.microsoft.com/office/drawing/2014/main" id="{21863318-FA7B-4347-9C20-AAA3F362BC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0">
              <a:extLst>
                <a:ext uri="{FF2B5EF4-FFF2-40B4-BE49-F238E27FC236}">
                  <a16:creationId xmlns:a16="http://schemas.microsoft.com/office/drawing/2014/main" id="{EA5048E0-F715-4B58-B02A-1F60D4299A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1">
              <a:extLst>
                <a:ext uri="{FF2B5EF4-FFF2-40B4-BE49-F238E27FC236}">
                  <a16:creationId xmlns:a16="http://schemas.microsoft.com/office/drawing/2014/main" id="{9700AE68-DDE9-4EA8-90AA-285AEB48B3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7" name="Line 12">
              <a:extLst>
                <a:ext uri="{FF2B5EF4-FFF2-40B4-BE49-F238E27FC236}">
                  <a16:creationId xmlns:a16="http://schemas.microsoft.com/office/drawing/2014/main" id="{EEB6950A-C65E-4B36-8056-EEB0328A00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E1896506-C3E6-44ED-A509-58AB0094B448}"/>
              </a:ext>
            </a:extLst>
          </p:cNvPr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49" name="Rectangle 4">
              <a:extLst>
                <a:ext uri="{FF2B5EF4-FFF2-40B4-BE49-F238E27FC236}">
                  <a16:creationId xmlns:a16="http://schemas.microsoft.com/office/drawing/2014/main" id="{756CEF03-4CB5-4E7C-B99A-5043AE240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50" name="Line 9">
              <a:extLst>
                <a:ext uri="{FF2B5EF4-FFF2-40B4-BE49-F238E27FC236}">
                  <a16:creationId xmlns:a16="http://schemas.microsoft.com/office/drawing/2014/main" id="{3B4B3FA7-C38D-413D-8540-4108FE94E6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0">
              <a:extLst>
                <a:ext uri="{FF2B5EF4-FFF2-40B4-BE49-F238E27FC236}">
                  <a16:creationId xmlns:a16="http://schemas.microsoft.com/office/drawing/2014/main" id="{33A97BF3-8215-4E4C-AE48-3579AD928C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1">
              <a:extLst>
                <a:ext uri="{FF2B5EF4-FFF2-40B4-BE49-F238E27FC236}">
                  <a16:creationId xmlns:a16="http://schemas.microsoft.com/office/drawing/2014/main" id="{179A3D45-EC61-4D4C-BEC3-CF9D2A974E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3" name="Line 12">
              <a:extLst>
                <a:ext uri="{FF2B5EF4-FFF2-40B4-BE49-F238E27FC236}">
                  <a16:creationId xmlns:a16="http://schemas.microsoft.com/office/drawing/2014/main" id="{9A7226D7-4BA5-4E31-8CF6-89D4330E00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26DE15C-0724-42E8-95A9-1A23C18D4970}"/>
              </a:ext>
            </a:extLst>
          </p:cNvPr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공지사항 목록 표시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A492E3F-8955-4978-8AF8-21BFFECA43C2}"/>
              </a:ext>
            </a:extLst>
          </p:cNvPr>
          <p:cNvSpPr/>
          <p:nvPr/>
        </p:nvSpPr>
        <p:spPr bwMode="auto">
          <a:xfrm>
            <a:off x="7618090" y="195836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게시물 조회 기능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A2C9861-46E5-4668-82A1-840034473DA4}"/>
              </a:ext>
            </a:extLst>
          </p:cNvPr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게시물 제목 </a:t>
            </a:r>
            <a:r>
              <a:rPr lang="ko-KR" altLang="en-US" dirty="0" err="1">
                <a:solidFill>
                  <a:schemeClr val="tx1"/>
                </a:solidFill>
              </a:rPr>
              <a:t>클릭시</a:t>
            </a:r>
            <a:r>
              <a:rPr lang="ko-KR" altLang="en-US" dirty="0">
                <a:solidFill>
                  <a:schemeClr val="tx1"/>
                </a:solidFill>
              </a:rPr>
              <a:t> 상세보기 페이지로 이동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4634850-CAB7-46D8-AA02-E5710BDD44BF}"/>
              </a:ext>
            </a:extLst>
          </p:cNvPr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글쓰기 버튼 </a:t>
            </a:r>
            <a:r>
              <a:rPr lang="ko-KR" altLang="en-US" dirty="0" err="1">
                <a:solidFill>
                  <a:schemeClr val="tx1"/>
                </a:solidFill>
              </a:rPr>
              <a:t>클릭시</a:t>
            </a:r>
            <a:r>
              <a:rPr lang="ko-KR" altLang="en-US" dirty="0">
                <a:solidFill>
                  <a:schemeClr val="tx1"/>
                </a:solidFill>
              </a:rPr>
              <a:t> 글쓰기 페이지로 이동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BC5C241-7217-465C-A1B7-F51254DE139F}"/>
              </a:ext>
            </a:extLst>
          </p:cNvPr>
          <p:cNvSpPr/>
          <p:nvPr/>
        </p:nvSpPr>
        <p:spPr bwMode="auto">
          <a:xfrm>
            <a:off x="7614098" y="388048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공지사항 읽기 페이지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4F38CA6-FC0A-44E5-BFA4-52AB7C3012DE}"/>
              </a:ext>
            </a:extLst>
          </p:cNvPr>
          <p:cNvSpPr/>
          <p:nvPr/>
        </p:nvSpPr>
        <p:spPr bwMode="auto">
          <a:xfrm>
            <a:off x="7606196" y="45479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공지사항 쓰기 페이지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3D00451-F6AC-4A92-A260-9D580244333A}"/>
              </a:ext>
            </a:extLst>
          </p:cNvPr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B5CC5D0-2A70-4BA6-AED8-A3B08CDAB962}"/>
              </a:ext>
            </a:extLst>
          </p:cNvPr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79FB6E4-D06D-4CD3-BE84-188BFA80CC67}"/>
              </a:ext>
            </a:extLst>
          </p:cNvPr>
          <p:cNvSpPr txBox="1"/>
          <p:nvPr/>
        </p:nvSpPr>
        <p:spPr>
          <a:xfrm>
            <a:off x="2797169" y="2170029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①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8047DB-E084-49A1-9BC6-7E4862E6BC6C}"/>
              </a:ext>
            </a:extLst>
          </p:cNvPr>
          <p:cNvSpPr txBox="1"/>
          <p:nvPr/>
        </p:nvSpPr>
        <p:spPr>
          <a:xfrm>
            <a:off x="1682563" y="2646739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②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2012305-3864-4187-8928-0C71F6B60F33}"/>
              </a:ext>
            </a:extLst>
          </p:cNvPr>
          <p:cNvSpPr txBox="1"/>
          <p:nvPr/>
        </p:nvSpPr>
        <p:spPr>
          <a:xfrm>
            <a:off x="2271367" y="3042838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③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1C90D2A-60FD-450E-8F66-275F2CCE06B1}"/>
              </a:ext>
            </a:extLst>
          </p:cNvPr>
          <p:cNvSpPr txBox="1"/>
          <p:nvPr/>
        </p:nvSpPr>
        <p:spPr>
          <a:xfrm>
            <a:off x="5337364" y="3046849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④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BC43463-F66B-43CD-AF44-B8E2D7D5FA43}"/>
              </a:ext>
            </a:extLst>
          </p:cNvPr>
          <p:cNvSpPr txBox="1"/>
          <p:nvPr/>
        </p:nvSpPr>
        <p:spPr>
          <a:xfrm>
            <a:off x="2931975" y="4434684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⑤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347C6CA-5485-474C-8CDB-A2C3DCA3AA6E}"/>
              </a:ext>
            </a:extLst>
          </p:cNvPr>
          <p:cNvSpPr txBox="1"/>
          <p:nvPr/>
        </p:nvSpPr>
        <p:spPr>
          <a:xfrm>
            <a:off x="2931975" y="6826917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⑥</a:t>
            </a:r>
          </a:p>
        </p:txBody>
      </p:sp>
      <p:sp>
        <p:nvSpPr>
          <p:cNvPr id="76" name="Text Box 1">
            <a:extLst>
              <a:ext uri="{FF2B5EF4-FFF2-40B4-BE49-F238E27FC236}">
                <a16:creationId xmlns:a16="http://schemas.microsoft.com/office/drawing/2014/main" id="{A6A61883-8A35-4FD9-9167-F945E97D2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sp>
        <p:nvSpPr>
          <p:cNvPr id="67" name="Text Box 1">
            <a:extLst>
              <a:ext uri="{FF2B5EF4-FFF2-40B4-BE49-F238E27FC236}">
                <a16:creationId xmlns:a16="http://schemas.microsoft.com/office/drawing/2014/main" id="{8F14F8D5-7250-48B6-9631-725F67144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기준정보 </a:t>
            </a:r>
            <a:r>
              <a:rPr lang="en-US" altLang="ko-KR" dirty="0">
                <a:solidFill>
                  <a:srgbClr val="000000"/>
                </a:solidFill>
              </a:rPr>
              <a:t>– SCM </a:t>
            </a:r>
            <a:r>
              <a:rPr lang="ko-KR" altLang="en-US" dirty="0">
                <a:solidFill>
                  <a:srgbClr val="000000"/>
                </a:solidFill>
              </a:rPr>
              <a:t>담당자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68" name="Text Box 2">
            <a:extLst>
              <a:ext uri="{FF2B5EF4-FFF2-40B4-BE49-F238E27FC236}">
                <a16:creationId xmlns:a16="http://schemas.microsoft.com/office/drawing/2014/main" id="{93DEC279-E600-45C8-A92D-E4ECAABAC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공지사항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69" name="Text Box 31">
            <a:extLst>
              <a:ext uri="{FF2B5EF4-FFF2-40B4-BE49-F238E27FC236}">
                <a16:creationId xmlns:a16="http://schemas.microsoft.com/office/drawing/2014/main" id="{82F9A470-8E78-47EB-95B6-4D8C1DAF8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scm</a:t>
            </a:r>
            <a:r>
              <a:rPr lang="en-US" altLang="ko-KR" dirty="0">
                <a:solidFill>
                  <a:srgbClr val="000000"/>
                </a:solidFill>
              </a:rPr>
              <a:t>/notice</a:t>
            </a:r>
          </a:p>
        </p:txBody>
      </p:sp>
    </p:spTree>
    <p:extLst>
      <p:ext uri="{BB962C8B-B14F-4D97-AF65-F5344CB8AC3E}">
        <p14:creationId xmlns:p14="http://schemas.microsoft.com/office/powerpoint/2010/main" val="2176923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그림 73">
            <a:extLst>
              <a:ext uri="{FF2B5EF4-FFF2-40B4-BE49-F238E27FC236}">
                <a16:creationId xmlns:a16="http://schemas.microsoft.com/office/drawing/2014/main" id="{BFBC6E58-1C55-4786-BBFE-C3F9CC3B65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61" y="1099552"/>
            <a:ext cx="6002977" cy="68580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8DBCE66D-ED49-49D5-B111-0359D4E44902}"/>
              </a:ext>
            </a:extLst>
          </p:cNvPr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7DB570A-153B-4426-923B-DDEB87A5D6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6" name="Line 9">
              <a:extLst>
                <a:ext uri="{FF2B5EF4-FFF2-40B4-BE49-F238E27FC236}">
                  <a16:creationId xmlns:a16="http://schemas.microsoft.com/office/drawing/2014/main" id="{871A94F4-E579-45D3-B25D-290AF6B905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Line 10">
              <a:extLst>
                <a:ext uri="{FF2B5EF4-FFF2-40B4-BE49-F238E27FC236}">
                  <a16:creationId xmlns:a16="http://schemas.microsoft.com/office/drawing/2014/main" id="{32C47BE6-FDAC-42E0-8542-58F1ED7757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" name="Line 11">
              <a:extLst>
                <a:ext uri="{FF2B5EF4-FFF2-40B4-BE49-F238E27FC236}">
                  <a16:creationId xmlns:a16="http://schemas.microsoft.com/office/drawing/2014/main" id="{E8DEDFE6-6293-4127-BC98-4C8239061B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" name="Line 12">
              <a:extLst>
                <a:ext uri="{FF2B5EF4-FFF2-40B4-BE49-F238E27FC236}">
                  <a16:creationId xmlns:a16="http://schemas.microsoft.com/office/drawing/2014/main" id="{A28D10B7-ED70-4CD6-8749-C6242F87EA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6590CAB-61F4-4032-8401-51610A96809E}"/>
              </a:ext>
            </a:extLst>
          </p:cNvPr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8F0925CE-7CDC-4B43-97AF-CBC33EC87E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7EBC1E39-2E1D-457E-AFA9-616615A199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254B7349-4676-4B59-A820-1D1C54A257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3034D0C5-4283-4977-B573-34D1AA124A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27CF7A40-3E2A-4A49-B0D1-85535945FF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84033BF-6BF8-4B3D-A1ED-B390844CAA3D}"/>
              </a:ext>
            </a:extLst>
          </p:cNvPr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17" name="Rectangle 4">
              <a:extLst>
                <a:ext uri="{FF2B5EF4-FFF2-40B4-BE49-F238E27FC236}">
                  <a16:creationId xmlns:a16="http://schemas.microsoft.com/office/drawing/2014/main" id="{03B75219-C2F0-42BD-B556-56AE94869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8" name="Line 9">
              <a:extLst>
                <a:ext uri="{FF2B5EF4-FFF2-40B4-BE49-F238E27FC236}">
                  <a16:creationId xmlns:a16="http://schemas.microsoft.com/office/drawing/2014/main" id="{69FB4A82-F281-41D2-BE09-8DE1C177D6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" name="Line 10">
              <a:extLst>
                <a:ext uri="{FF2B5EF4-FFF2-40B4-BE49-F238E27FC236}">
                  <a16:creationId xmlns:a16="http://schemas.microsoft.com/office/drawing/2014/main" id="{E2097AF4-32AC-443A-9B59-B931DE4168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" name="Line 11">
              <a:extLst>
                <a:ext uri="{FF2B5EF4-FFF2-40B4-BE49-F238E27FC236}">
                  <a16:creationId xmlns:a16="http://schemas.microsoft.com/office/drawing/2014/main" id="{C17D3AB2-4839-475C-9209-C963D58912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" name="Line 12">
              <a:extLst>
                <a:ext uri="{FF2B5EF4-FFF2-40B4-BE49-F238E27FC236}">
                  <a16:creationId xmlns:a16="http://schemas.microsoft.com/office/drawing/2014/main" id="{0D0E6767-AF82-4509-8884-945245E373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9E28B8CF-DD56-48FB-A361-70004CCB6BAA}"/>
              </a:ext>
            </a:extLst>
          </p:cNvPr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23" name="Rectangle 4">
              <a:extLst>
                <a:ext uri="{FF2B5EF4-FFF2-40B4-BE49-F238E27FC236}">
                  <a16:creationId xmlns:a16="http://schemas.microsoft.com/office/drawing/2014/main" id="{C09697A4-85C7-4549-9A21-BB5CA74BCD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24" name="Line 9">
              <a:extLst>
                <a:ext uri="{FF2B5EF4-FFF2-40B4-BE49-F238E27FC236}">
                  <a16:creationId xmlns:a16="http://schemas.microsoft.com/office/drawing/2014/main" id="{C6641D8C-8C79-4303-9CB0-4BEE7C6734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5" name="Line 10">
              <a:extLst>
                <a:ext uri="{FF2B5EF4-FFF2-40B4-BE49-F238E27FC236}">
                  <a16:creationId xmlns:a16="http://schemas.microsoft.com/office/drawing/2014/main" id="{9B35F370-F8AE-4B87-810C-442488DBDD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1">
              <a:extLst>
                <a:ext uri="{FF2B5EF4-FFF2-40B4-BE49-F238E27FC236}">
                  <a16:creationId xmlns:a16="http://schemas.microsoft.com/office/drawing/2014/main" id="{B3F3A051-8C6C-439E-846E-6DE5519750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2">
              <a:extLst>
                <a:ext uri="{FF2B5EF4-FFF2-40B4-BE49-F238E27FC236}">
                  <a16:creationId xmlns:a16="http://schemas.microsoft.com/office/drawing/2014/main" id="{C4B3D748-FA6E-40D1-871F-26FC104EE1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2D32C6D-BB4C-450E-850F-0DCE348741EC}"/>
              </a:ext>
            </a:extLst>
          </p:cNvPr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29" name="Rectangle 4">
              <a:extLst>
                <a:ext uri="{FF2B5EF4-FFF2-40B4-BE49-F238E27FC236}">
                  <a16:creationId xmlns:a16="http://schemas.microsoft.com/office/drawing/2014/main" id="{D8F59C8C-0E62-4AB0-B15D-E8AFCA3D2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0" name="Line 9">
              <a:extLst>
                <a:ext uri="{FF2B5EF4-FFF2-40B4-BE49-F238E27FC236}">
                  <a16:creationId xmlns:a16="http://schemas.microsoft.com/office/drawing/2014/main" id="{01CA3464-49D0-4071-B0C2-80186184C9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" name="Line 10">
              <a:extLst>
                <a:ext uri="{FF2B5EF4-FFF2-40B4-BE49-F238E27FC236}">
                  <a16:creationId xmlns:a16="http://schemas.microsoft.com/office/drawing/2014/main" id="{8CD1B58B-6204-4469-8F51-631811BF86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2" name="Line 11">
              <a:extLst>
                <a:ext uri="{FF2B5EF4-FFF2-40B4-BE49-F238E27FC236}">
                  <a16:creationId xmlns:a16="http://schemas.microsoft.com/office/drawing/2014/main" id="{CC409D41-6EE1-495B-BC69-6063B5AD48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" name="Line 12">
              <a:extLst>
                <a:ext uri="{FF2B5EF4-FFF2-40B4-BE49-F238E27FC236}">
                  <a16:creationId xmlns:a16="http://schemas.microsoft.com/office/drawing/2014/main" id="{691FB7D2-99DE-4FD6-8727-3153B7AE60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A2B4D19-33E6-4E5F-8F11-90AEB301C405}"/>
              </a:ext>
            </a:extLst>
          </p:cNvPr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35" name="Rectangle 4">
              <a:extLst>
                <a:ext uri="{FF2B5EF4-FFF2-40B4-BE49-F238E27FC236}">
                  <a16:creationId xmlns:a16="http://schemas.microsoft.com/office/drawing/2014/main" id="{96FBF47C-0362-4987-81C6-6D0764A7E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36" name="Line 9">
              <a:extLst>
                <a:ext uri="{FF2B5EF4-FFF2-40B4-BE49-F238E27FC236}">
                  <a16:creationId xmlns:a16="http://schemas.microsoft.com/office/drawing/2014/main" id="{7FC2BFD8-AEBF-457E-9C1C-E8FAA89DE9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" name="Line 10">
              <a:extLst>
                <a:ext uri="{FF2B5EF4-FFF2-40B4-BE49-F238E27FC236}">
                  <a16:creationId xmlns:a16="http://schemas.microsoft.com/office/drawing/2014/main" id="{6FA4BAD2-BC03-4881-BE4B-3F3E96DF0B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1">
              <a:extLst>
                <a:ext uri="{FF2B5EF4-FFF2-40B4-BE49-F238E27FC236}">
                  <a16:creationId xmlns:a16="http://schemas.microsoft.com/office/drawing/2014/main" id="{6C25BC9A-528C-4EC0-AE33-7ADC461AEE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2">
              <a:extLst>
                <a:ext uri="{FF2B5EF4-FFF2-40B4-BE49-F238E27FC236}">
                  <a16:creationId xmlns:a16="http://schemas.microsoft.com/office/drawing/2014/main" id="{6749ED3D-3DCB-4860-83F0-A627DD7F7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765C3D93-EDFC-46AC-BE01-55EA17530781}"/>
              </a:ext>
            </a:extLst>
          </p:cNvPr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41" name="Rectangle 4">
              <a:extLst>
                <a:ext uri="{FF2B5EF4-FFF2-40B4-BE49-F238E27FC236}">
                  <a16:creationId xmlns:a16="http://schemas.microsoft.com/office/drawing/2014/main" id="{F063C3EC-7D94-441D-A99B-5661D0FBB8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42" name="Line 9">
              <a:extLst>
                <a:ext uri="{FF2B5EF4-FFF2-40B4-BE49-F238E27FC236}">
                  <a16:creationId xmlns:a16="http://schemas.microsoft.com/office/drawing/2014/main" id="{079E0CAE-0045-4AF5-818C-F07D11DE03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3" name="Line 10">
              <a:extLst>
                <a:ext uri="{FF2B5EF4-FFF2-40B4-BE49-F238E27FC236}">
                  <a16:creationId xmlns:a16="http://schemas.microsoft.com/office/drawing/2014/main" id="{9DB4C2CF-09F5-44DE-9C87-FE830C91FC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1">
              <a:extLst>
                <a:ext uri="{FF2B5EF4-FFF2-40B4-BE49-F238E27FC236}">
                  <a16:creationId xmlns:a16="http://schemas.microsoft.com/office/drawing/2014/main" id="{117CB82B-6988-488F-A9BE-1373CDF599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2">
              <a:extLst>
                <a:ext uri="{FF2B5EF4-FFF2-40B4-BE49-F238E27FC236}">
                  <a16:creationId xmlns:a16="http://schemas.microsoft.com/office/drawing/2014/main" id="{6D9F4FB3-7B73-4CC8-A89F-6ACDB07FA6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E1DEFAA2-9F55-46B1-9265-A6012457E972}"/>
              </a:ext>
            </a:extLst>
          </p:cNvPr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47" name="Rectangle 4">
              <a:extLst>
                <a:ext uri="{FF2B5EF4-FFF2-40B4-BE49-F238E27FC236}">
                  <a16:creationId xmlns:a16="http://schemas.microsoft.com/office/drawing/2014/main" id="{4AC3E912-6022-4342-98F8-FC0723822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48" name="Line 9">
              <a:extLst>
                <a:ext uri="{FF2B5EF4-FFF2-40B4-BE49-F238E27FC236}">
                  <a16:creationId xmlns:a16="http://schemas.microsoft.com/office/drawing/2014/main" id="{AA69FB2F-A2EC-47D9-B7D7-EE3EC36A0E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Line 10">
              <a:extLst>
                <a:ext uri="{FF2B5EF4-FFF2-40B4-BE49-F238E27FC236}">
                  <a16:creationId xmlns:a16="http://schemas.microsoft.com/office/drawing/2014/main" id="{6FCF481D-244C-4055-B6EC-2E81FD15A3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1">
              <a:extLst>
                <a:ext uri="{FF2B5EF4-FFF2-40B4-BE49-F238E27FC236}">
                  <a16:creationId xmlns:a16="http://schemas.microsoft.com/office/drawing/2014/main" id="{2C3D821A-71AA-44D4-93F1-A62D73AD39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2">
              <a:extLst>
                <a:ext uri="{FF2B5EF4-FFF2-40B4-BE49-F238E27FC236}">
                  <a16:creationId xmlns:a16="http://schemas.microsoft.com/office/drawing/2014/main" id="{D700CD3E-7F0B-4DB4-AC36-7E1D252B7B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E7849BB-DAD3-4764-893C-3B67623F07D1}"/>
              </a:ext>
            </a:extLst>
          </p:cNvPr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공통코드 목록 표시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40762CA-0308-434D-8879-E4B130BA36DB}"/>
              </a:ext>
            </a:extLst>
          </p:cNvPr>
          <p:cNvSpPr/>
          <p:nvPr/>
        </p:nvSpPr>
        <p:spPr bwMode="auto">
          <a:xfrm>
            <a:off x="7618090" y="195836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코드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수정버튼 </a:t>
            </a:r>
            <a:r>
              <a:rPr lang="ko-KR" altLang="en-US" dirty="0" err="1">
                <a:solidFill>
                  <a:schemeClr val="tx1"/>
                </a:solidFill>
              </a:rPr>
              <a:t>클릭시</a:t>
            </a:r>
            <a:r>
              <a:rPr lang="ko-KR" altLang="en-US" dirty="0">
                <a:solidFill>
                  <a:schemeClr val="tx1"/>
                </a:solidFill>
              </a:rPr>
              <a:t> 수정 및 삭제 페이지로 이동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61B0672-A7A0-473E-BBCB-01B92E4272CC}"/>
              </a:ext>
            </a:extLst>
          </p:cNvPr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코드 검색 기능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9478C95-705C-46EE-A963-124D65290633}"/>
              </a:ext>
            </a:extLst>
          </p:cNvPr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코드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등록 버튼 </a:t>
            </a:r>
            <a:r>
              <a:rPr lang="ko-KR" altLang="en-US" dirty="0" err="1">
                <a:solidFill>
                  <a:schemeClr val="tx1"/>
                </a:solidFill>
              </a:rPr>
              <a:t>클릭시</a:t>
            </a:r>
            <a:r>
              <a:rPr lang="ko-KR" altLang="en-US" dirty="0">
                <a:solidFill>
                  <a:schemeClr val="tx1"/>
                </a:solidFill>
              </a:rPr>
              <a:t> 등록 페이지로 이동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9313631-803E-4AE1-A903-1588844CBEA9}"/>
              </a:ext>
            </a:extLst>
          </p:cNvPr>
          <p:cNvSpPr/>
          <p:nvPr/>
        </p:nvSpPr>
        <p:spPr bwMode="auto">
          <a:xfrm>
            <a:off x="7614098" y="388048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그룹코드 수정 및 삭제 창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D58103B-5048-4C85-AB3E-4E2805EDE7EB}"/>
              </a:ext>
            </a:extLst>
          </p:cNvPr>
          <p:cNvSpPr/>
          <p:nvPr/>
        </p:nvSpPr>
        <p:spPr bwMode="auto">
          <a:xfrm>
            <a:off x="7606196" y="45479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그룹코드 등록 창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358A607-6494-4299-B890-E09A9DD77611}"/>
              </a:ext>
            </a:extLst>
          </p:cNvPr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그룹코드 </a:t>
            </a:r>
            <a:r>
              <a:rPr lang="ko-KR" altLang="en-US" dirty="0" err="1">
                <a:solidFill>
                  <a:schemeClr val="tx1"/>
                </a:solidFill>
              </a:rPr>
              <a:t>클릭시</a:t>
            </a:r>
            <a:r>
              <a:rPr lang="ko-KR" altLang="en-US" dirty="0">
                <a:solidFill>
                  <a:schemeClr val="tx1"/>
                </a:solidFill>
              </a:rPr>
              <a:t> 하단에 상세코드 목록 표시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875EDCEC-ADC4-4CF3-B38E-4EDCB011276B}"/>
              </a:ext>
            </a:extLst>
          </p:cNvPr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상세코드 목록 표시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E9932B-CB0C-4363-9A5F-6AB152481471}"/>
              </a:ext>
            </a:extLst>
          </p:cNvPr>
          <p:cNvSpPr txBox="1"/>
          <p:nvPr/>
        </p:nvSpPr>
        <p:spPr>
          <a:xfrm>
            <a:off x="3226377" y="2197873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①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9AD4BA7-191A-49B8-AF27-835D7463B93E}"/>
              </a:ext>
            </a:extLst>
          </p:cNvPr>
          <p:cNvSpPr txBox="1"/>
          <p:nvPr/>
        </p:nvSpPr>
        <p:spPr>
          <a:xfrm>
            <a:off x="5686614" y="2843346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②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D70C4F0-CE0C-4CA4-B1E8-907C2837904F}"/>
              </a:ext>
            </a:extLst>
          </p:cNvPr>
          <p:cNvSpPr txBox="1"/>
          <p:nvPr/>
        </p:nvSpPr>
        <p:spPr>
          <a:xfrm>
            <a:off x="1533152" y="3948866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③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4957565-452D-40ED-942B-D43191F06DDA}"/>
              </a:ext>
            </a:extLst>
          </p:cNvPr>
          <p:cNvSpPr txBox="1"/>
          <p:nvPr/>
        </p:nvSpPr>
        <p:spPr>
          <a:xfrm>
            <a:off x="5529858" y="3612282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④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A3B4FAB-0076-4A75-89FE-E2B2671EF848}"/>
              </a:ext>
            </a:extLst>
          </p:cNvPr>
          <p:cNvSpPr txBox="1"/>
          <p:nvPr/>
        </p:nvSpPr>
        <p:spPr>
          <a:xfrm>
            <a:off x="3546311" y="4780450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⑤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16F542A-B95F-48ED-ABDB-5C9488B88BF1}"/>
              </a:ext>
            </a:extLst>
          </p:cNvPr>
          <p:cNvSpPr txBox="1"/>
          <p:nvPr/>
        </p:nvSpPr>
        <p:spPr>
          <a:xfrm>
            <a:off x="3546311" y="5846792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⑥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4F583D0-2661-4091-BDCC-8EF8CAB47E54}"/>
              </a:ext>
            </a:extLst>
          </p:cNvPr>
          <p:cNvSpPr txBox="1"/>
          <p:nvPr/>
        </p:nvSpPr>
        <p:spPr>
          <a:xfrm>
            <a:off x="1425402" y="6355211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⑦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DF0FA65-FDF7-4EB5-B652-CC1BAABA6080}"/>
              </a:ext>
            </a:extLst>
          </p:cNvPr>
          <p:cNvSpPr txBox="1"/>
          <p:nvPr/>
        </p:nvSpPr>
        <p:spPr>
          <a:xfrm>
            <a:off x="3191892" y="7162972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⑧</a:t>
            </a:r>
          </a:p>
        </p:txBody>
      </p:sp>
      <p:sp>
        <p:nvSpPr>
          <p:cNvPr id="70" name="Text Box 1">
            <a:extLst>
              <a:ext uri="{FF2B5EF4-FFF2-40B4-BE49-F238E27FC236}">
                <a16:creationId xmlns:a16="http://schemas.microsoft.com/office/drawing/2014/main" id="{6B96DFF4-0957-4BB7-988D-7112B8C89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sp>
        <p:nvSpPr>
          <p:cNvPr id="71" name="Text Box 1">
            <a:extLst>
              <a:ext uri="{FF2B5EF4-FFF2-40B4-BE49-F238E27FC236}">
                <a16:creationId xmlns:a16="http://schemas.microsoft.com/office/drawing/2014/main" id="{9313A921-DB1D-4276-B1DF-1735CAFFC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기준정보 </a:t>
            </a:r>
            <a:r>
              <a:rPr lang="en-US" altLang="ko-KR" dirty="0">
                <a:solidFill>
                  <a:srgbClr val="000000"/>
                </a:solidFill>
              </a:rPr>
              <a:t>– SCM </a:t>
            </a:r>
            <a:r>
              <a:rPr lang="ko-KR" altLang="en-US" dirty="0">
                <a:solidFill>
                  <a:srgbClr val="000000"/>
                </a:solidFill>
              </a:rPr>
              <a:t>담당자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2" name="Text Box 2">
            <a:extLst>
              <a:ext uri="{FF2B5EF4-FFF2-40B4-BE49-F238E27FC236}">
                <a16:creationId xmlns:a16="http://schemas.microsoft.com/office/drawing/2014/main" id="{564FE40F-C106-4B3B-89BF-3F40CD4CB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 err="1">
                <a:solidFill>
                  <a:srgbClr val="000000"/>
                </a:solidFill>
              </a:rPr>
              <a:t>공통코드관리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3" name="Text Box 31">
            <a:extLst>
              <a:ext uri="{FF2B5EF4-FFF2-40B4-BE49-F238E27FC236}">
                <a16:creationId xmlns:a16="http://schemas.microsoft.com/office/drawing/2014/main" id="{776CA163-B45F-4D23-A313-6D4A9007F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scm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en-US" altLang="ko-KR" dirty="0" err="1">
                <a:solidFill>
                  <a:srgbClr val="000000"/>
                </a:solidFill>
              </a:rPr>
              <a:t>cmnCodeMng</a:t>
            </a:r>
            <a:endParaRPr lang="en-US" altLang="ko-K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257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5F92EE9-3E16-442C-BF58-885FBAD4CD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74" y="1134158"/>
            <a:ext cx="6496952" cy="5298111"/>
          </a:xfrm>
          <a:prstGeom prst="rect">
            <a:avLst/>
          </a:prstGeom>
        </p:spPr>
      </p:pic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7" name="그룹 46"/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8" name="그룹 52"/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5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5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0" name="그룹 58"/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6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1" name="그룹 64"/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6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573582" y="1958360"/>
            <a:ext cx="2276756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납품업체 목록과 </a:t>
            </a:r>
            <a:r>
              <a:rPr lang="en-US" altLang="ko-KR" dirty="0">
                <a:solidFill>
                  <a:schemeClr val="tx1"/>
                </a:solidFill>
              </a:rPr>
              <a:t>DB</a:t>
            </a:r>
            <a:r>
              <a:rPr lang="ko-KR" altLang="en-US" dirty="0">
                <a:solidFill>
                  <a:schemeClr val="tx1"/>
                </a:solidFill>
              </a:rPr>
              <a:t>에 등록된 정보 표시</a:t>
            </a:r>
          </a:p>
        </p:txBody>
      </p:sp>
      <p:sp>
        <p:nvSpPr>
          <p:cNvPr id="79" name="직사각형 78"/>
          <p:cNvSpPr/>
          <p:nvPr/>
        </p:nvSpPr>
        <p:spPr bwMode="auto">
          <a:xfrm>
            <a:off x="7570431" y="2606432"/>
            <a:ext cx="2261239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납품업체가 보유하고 있는 제품 정보 목록</a:t>
            </a:r>
          </a:p>
        </p:txBody>
      </p:sp>
      <p:sp>
        <p:nvSpPr>
          <p:cNvPr id="83" name="직사각형 82"/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 bwMode="auto">
          <a:xfrm>
            <a:off x="7614098" y="388048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 bwMode="auto">
          <a:xfrm>
            <a:off x="7606196" y="45479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1" name="Oval 39">
            <a:extLst>
              <a:ext uri="{FF2B5EF4-FFF2-40B4-BE49-F238E27FC236}">
                <a16:creationId xmlns:a16="http://schemas.microsoft.com/office/drawing/2014/main" id="{975E401D-32A8-49BF-A01B-0EAF53A63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6430" y="1760607"/>
            <a:ext cx="215900" cy="21974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72" name="Text Box 2">
            <a:extLst>
              <a:ext uri="{FF2B5EF4-FFF2-40B4-BE49-F238E27FC236}">
                <a16:creationId xmlns:a16="http://schemas.microsoft.com/office/drawing/2014/main" id="{16BA03A2-E14D-4B1A-9D2A-924DCF92E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기준정보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3" name="Text Box 3">
            <a:extLst>
              <a:ext uri="{FF2B5EF4-FFF2-40B4-BE49-F238E27FC236}">
                <a16:creationId xmlns:a16="http://schemas.microsoft.com/office/drawing/2014/main" id="{7DD2D615-6C8E-4906-9EC2-AD271F04C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납품업체 정보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6" name="Text Box 4">
            <a:extLst>
              <a:ext uri="{FF2B5EF4-FFF2-40B4-BE49-F238E27FC236}">
                <a16:creationId xmlns:a16="http://schemas.microsoft.com/office/drawing/2014/main" id="{D52E7162-C5AD-4396-8FDA-7217F449A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scm</a:t>
            </a:r>
            <a:r>
              <a:rPr lang="en-US" altLang="ko-KR" dirty="0">
                <a:solidFill>
                  <a:srgbClr val="000000"/>
                </a:solidFill>
              </a:rPr>
              <a:t>/ </a:t>
            </a:r>
            <a:r>
              <a:rPr lang="en-US" altLang="ko-KR" dirty="0" err="1">
                <a:solidFill>
                  <a:srgbClr val="000000"/>
                </a:solidFill>
              </a:rPr>
              <a:t>SupplierInfo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77" name="Text Box 16">
            <a:extLst>
              <a:ext uri="{FF2B5EF4-FFF2-40B4-BE49-F238E27FC236}">
                <a16:creationId xmlns:a16="http://schemas.microsoft.com/office/drawing/2014/main" id="{A8C12AFD-BFE0-439E-8E37-059803377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601661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680B74E-FA72-4212-A6AC-696A55272E85}"/>
              </a:ext>
            </a:extLst>
          </p:cNvPr>
          <p:cNvSpPr/>
          <p:nvPr/>
        </p:nvSpPr>
        <p:spPr bwMode="auto">
          <a:xfrm>
            <a:off x="8266163" y="653833"/>
            <a:ext cx="1440160" cy="182780"/>
          </a:xfrm>
          <a:prstGeom prst="rect">
            <a:avLst/>
          </a:prstGeom>
          <a:solidFill>
            <a:schemeClr val="bg1"/>
          </a:solidFill>
          <a:ln w="12600" cap="sq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전광복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22FEE87-2075-4944-BA81-B1A4DA0A7ABF}"/>
              </a:ext>
            </a:extLst>
          </p:cNvPr>
          <p:cNvSpPr/>
          <p:nvPr/>
        </p:nvSpPr>
        <p:spPr bwMode="auto">
          <a:xfrm>
            <a:off x="7574057" y="133930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업체명 혹은 제품명으로 납품업체 정보 조회</a:t>
            </a:r>
          </a:p>
        </p:txBody>
      </p:sp>
      <p:sp>
        <p:nvSpPr>
          <p:cNvPr id="81" name="Oval 41">
            <a:extLst>
              <a:ext uri="{FF2B5EF4-FFF2-40B4-BE49-F238E27FC236}">
                <a16:creationId xmlns:a16="http://schemas.microsoft.com/office/drawing/2014/main" id="{EA38D3A1-793D-4DEB-B082-7AABDB792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7163" y="2255759"/>
            <a:ext cx="215900" cy="202365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82" name="Oval 41">
            <a:extLst>
              <a:ext uri="{FF2B5EF4-FFF2-40B4-BE49-F238E27FC236}">
                <a16:creationId xmlns:a16="http://schemas.microsoft.com/office/drawing/2014/main" id="{7166872A-7F0B-4F61-BF0E-FFDD5D933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7145" y="4564137"/>
            <a:ext cx="215900" cy="228277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57727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353394" y="854130"/>
            <a:ext cx="12715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SCM </a:t>
            </a:r>
            <a:r>
              <a:rPr lang="ko-KR" altLang="en-US" dirty="0">
                <a:solidFill>
                  <a:schemeClr val="tx1"/>
                </a:solidFill>
              </a:rPr>
              <a:t>담당자 </a:t>
            </a:r>
            <a:r>
              <a:rPr lang="en-US" altLang="ko-KR" dirty="0">
                <a:solidFill>
                  <a:schemeClr val="tx1"/>
                </a:solidFill>
              </a:rPr>
              <a:t>- </a:t>
            </a:r>
            <a:r>
              <a:rPr lang="ko-KR" altLang="en-US" dirty="0">
                <a:solidFill>
                  <a:schemeClr val="tx1"/>
                </a:solidFill>
              </a:rPr>
              <a:t>기준정보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3869" y="629397"/>
            <a:ext cx="20986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SCM </a:t>
            </a:r>
            <a:r>
              <a:rPr lang="ko-KR" altLang="en-US" dirty="0">
                <a:solidFill>
                  <a:schemeClr val="tx1"/>
                </a:solidFill>
              </a:rPr>
              <a:t>담당자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ko-KR" altLang="en-US" dirty="0">
                <a:solidFill>
                  <a:schemeClr val="tx1"/>
                </a:solidFill>
              </a:rPr>
              <a:t>기준정보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ko-KR" altLang="en-US" dirty="0">
                <a:solidFill>
                  <a:schemeClr val="tx1"/>
                </a:solidFill>
              </a:rPr>
              <a:t>제품 정보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94681" y="860771"/>
            <a:ext cx="12266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solidFill>
                  <a:srgbClr val="000000"/>
                </a:solidFill>
              </a:rPr>
              <a:t>scm</a:t>
            </a:r>
            <a:r>
              <a:rPr lang="en-US" altLang="ko-KR" dirty="0">
                <a:solidFill>
                  <a:srgbClr val="000000"/>
                </a:solidFill>
              </a:rPr>
              <a:t>/ </a:t>
            </a:r>
            <a:r>
              <a:rPr lang="en-US" altLang="ko-KR" dirty="0" err="1">
                <a:solidFill>
                  <a:schemeClr val="tx1"/>
                </a:solidFill>
              </a:rPr>
              <a:t>productInfoForm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" name="그룹 22"/>
          <p:cNvGrpSpPr/>
          <p:nvPr/>
        </p:nvGrpSpPr>
        <p:grpSpPr>
          <a:xfrm>
            <a:off x="7330058" y="1954932"/>
            <a:ext cx="2513136" cy="825996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그룹 34"/>
          <p:cNvGrpSpPr/>
          <p:nvPr/>
        </p:nvGrpSpPr>
        <p:grpSpPr>
          <a:xfrm>
            <a:off x="7330058" y="2784356"/>
            <a:ext cx="2513136" cy="788660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40"/>
          <p:cNvGrpSpPr/>
          <p:nvPr/>
        </p:nvGrpSpPr>
        <p:grpSpPr>
          <a:xfrm>
            <a:off x="7330058" y="357644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" name="그룹 46"/>
          <p:cNvGrpSpPr/>
          <p:nvPr/>
        </p:nvGrpSpPr>
        <p:grpSpPr>
          <a:xfrm>
            <a:off x="7330058" y="4224516"/>
            <a:ext cx="2513136" cy="648072"/>
            <a:chOff x="2721546" y="4077072"/>
            <a:chExt cx="2513136" cy="648072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검색 창의 </a:t>
            </a:r>
            <a:r>
              <a:rPr lang="en-US" altLang="ko-KR" dirty="0" err="1">
                <a:solidFill>
                  <a:schemeClr val="tx1"/>
                </a:solidFill>
              </a:rPr>
              <a:t>ComboBox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선택된 값에 따라 검색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602850" y="2776736"/>
            <a:ext cx="2232248" cy="788660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Grid</a:t>
            </a:r>
            <a:r>
              <a:rPr lang="ko-KR" altLang="en-US" dirty="0">
                <a:solidFill>
                  <a:schemeClr val="tx1"/>
                </a:solidFill>
              </a:rPr>
              <a:t>를 클릭 시 </a:t>
            </a:r>
            <a:r>
              <a:rPr lang="en-US" altLang="ko-KR" dirty="0">
                <a:solidFill>
                  <a:schemeClr val="tx1"/>
                </a:solidFill>
              </a:rPr>
              <a:t>modal</a:t>
            </a:r>
            <a:r>
              <a:rPr lang="ko-KR" altLang="en-US" dirty="0">
                <a:solidFill>
                  <a:schemeClr val="tx1"/>
                </a:solidFill>
              </a:rPr>
              <a:t>창을 화면에 띄우고 해당 </a:t>
            </a:r>
            <a:r>
              <a:rPr lang="en-US" altLang="ko-KR" dirty="0">
                <a:solidFill>
                  <a:schemeClr val="tx1"/>
                </a:solidFill>
              </a:rPr>
              <a:t>row</a:t>
            </a:r>
            <a:r>
              <a:rPr lang="ko-KR" altLang="en-US" dirty="0">
                <a:solidFill>
                  <a:schemeClr val="tx1"/>
                </a:solidFill>
              </a:rPr>
              <a:t>의 관한 </a:t>
            </a:r>
            <a:r>
              <a:rPr lang="en-US" altLang="ko-KR" dirty="0">
                <a:solidFill>
                  <a:schemeClr val="tx1"/>
                </a:solidFill>
              </a:rPr>
              <a:t>detail </a:t>
            </a:r>
            <a:r>
              <a:rPr lang="ko-KR" altLang="en-US" dirty="0">
                <a:solidFill>
                  <a:schemeClr val="tx1"/>
                </a:solidFill>
              </a:rPr>
              <a:t>정보가 </a:t>
            </a:r>
            <a:r>
              <a:rPr lang="en-US" altLang="ko-KR" dirty="0">
                <a:solidFill>
                  <a:schemeClr val="tx1"/>
                </a:solidFill>
              </a:rPr>
              <a:t>modal</a:t>
            </a:r>
            <a:r>
              <a:rPr lang="ko-KR" altLang="en-US" dirty="0">
                <a:solidFill>
                  <a:schemeClr val="tx1"/>
                </a:solidFill>
              </a:rPr>
              <a:t>창에 기입 </a:t>
            </a:r>
            <a:r>
              <a:rPr lang="ko-KR" altLang="en-US" dirty="0" err="1">
                <a:solidFill>
                  <a:schemeClr val="tx1"/>
                </a:solidFill>
              </a:rPr>
              <a:t>되서</a:t>
            </a:r>
            <a:r>
              <a:rPr lang="ko-KR" altLang="en-US" dirty="0">
                <a:solidFill>
                  <a:schemeClr val="tx1"/>
                </a:solidFill>
              </a:rPr>
              <a:t> 나온다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Modal</a:t>
            </a:r>
            <a:r>
              <a:rPr lang="ko-KR" altLang="en-US" dirty="0">
                <a:solidFill>
                  <a:schemeClr val="tx1"/>
                </a:solidFill>
              </a:rPr>
              <a:t>의 정보 중 </a:t>
            </a:r>
            <a:r>
              <a:rPr lang="en-US" altLang="ko-KR" dirty="0">
                <a:solidFill>
                  <a:schemeClr val="tx1"/>
                </a:solidFill>
              </a:rPr>
              <a:t>“</a:t>
            </a:r>
            <a:r>
              <a:rPr lang="ko-KR" altLang="en-US" dirty="0">
                <a:solidFill>
                  <a:schemeClr val="tx1"/>
                </a:solidFill>
              </a:rPr>
              <a:t>모델번호</a:t>
            </a:r>
            <a:r>
              <a:rPr lang="en-US" altLang="ko-KR" dirty="0">
                <a:solidFill>
                  <a:schemeClr val="tx1"/>
                </a:solidFill>
              </a:rPr>
              <a:t>”</a:t>
            </a:r>
            <a:r>
              <a:rPr lang="ko-KR" altLang="en-US" dirty="0">
                <a:solidFill>
                  <a:schemeClr val="tx1"/>
                </a:solidFill>
              </a:rPr>
              <a:t> 제외 모든 정보는 수정 가능하다</a:t>
            </a:r>
          </a:p>
        </p:txBody>
      </p:sp>
      <p:sp>
        <p:nvSpPr>
          <p:cNvPr id="79" name="직사각형 78"/>
          <p:cNvSpPr/>
          <p:nvPr/>
        </p:nvSpPr>
        <p:spPr bwMode="auto">
          <a:xfrm>
            <a:off x="7599140" y="357644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제품 등록 버튼 클릭 시 나온 </a:t>
            </a:r>
            <a:r>
              <a:rPr lang="en-US" altLang="ko-KR" dirty="0">
                <a:solidFill>
                  <a:schemeClr val="tx1"/>
                </a:solidFill>
              </a:rPr>
              <a:t>Pop-Up</a:t>
            </a:r>
            <a:r>
              <a:rPr lang="ko-KR" altLang="en-US" dirty="0">
                <a:solidFill>
                  <a:schemeClr val="tx1"/>
                </a:solidFill>
              </a:rPr>
              <a:t>창 일 경우 해당 버튼은 없어도 된다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 bwMode="auto">
          <a:xfrm>
            <a:off x="7614380" y="1950740"/>
            <a:ext cx="2232248" cy="825996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- </a:t>
            </a:r>
            <a:r>
              <a:rPr lang="ko-KR" altLang="en-US" dirty="0">
                <a:solidFill>
                  <a:schemeClr val="tx1"/>
                </a:solidFill>
              </a:rPr>
              <a:t>제품 등록 버튼 클릭 시 </a:t>
            </a:r>
            <a:r>
              <a:rPr lang="en-US" altLang="ko-KR" dirty="0">
                <a:solidFill>
                  <a:schemeClr val="tx1"/>
                </a:solidFill>
              </a:rPr>
              <a:t>Pop-Up</a:t>
            </a:r>
            <a:r>
              <a:rPr lang="ko-KR" altLang="en-US" dirty="0">
                <a:solidFill>
                  <a:schemeClr val="tx1"/>
                </a:solidFill>
              </a:rPr>
              <a:t> 출력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  출력된 </a:t>
            </a:r>
            <a:r>
              <a:rPr lang="en-US" altLang="ko-KR" dirty="0">
                <a:solidFill>
                  <a:schemeClr val="tx1"/>
                </a:solidFill>
              </a:rPr>
              <a:t>Pop-up</a:t>
            </a:r>
            <a:r>
              <a:rPr lang="ko-KR" altLang="en-US" dirty="0">
                <a:solidFill>
                  <a:schemeClr val="tx1"/>
                </a:solidFill>
              </a:rPr>
              <a:t>엔 저장</a:t>
            </a:r>
            <a:r>
              <a:rPr lang="en-US" altLang="ko-KR" dirty="0">
                <a:solidFill>
                  <a:schemeClr val="tx1"/>
                </a:solidFill>
              </a:rPr>
              <a:t>(insert)</a:t>
            </a:r>
            <a:r>
              <a:rPr lang="ko-KR" altLang="en-US" dirty="0">
                <a:solidFill>
                  <a:schemeClr val="tx1"/>
                </a:solidFill>
              </a:rPr>
              <a:t>만 가능하다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</a:rPr>
              <a:t> 저장버튼 클릭 시 </a:t>
            </a:r>
            <a:r>
              <a:rPr lang="en-US" altLang="ko-KR" dirty="0">
                <a:solidFill>
                  <a:schemeClr val="tx1"/>
                </a:solidFill>
              </a:rPr>
              <a:t>null or ‘’ </a:t>
            </a:r>
            <a:r>
              <a:rPr lang="ko-KR" altLang="en-US" dirty="0">
                <a:solidFill>
                  <a:schemeClr val="tx1"/>
                </a:solidFill>
              </a:rPr>
              <a:t>값이 있으면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  alert</a:t>
            </a:r>
            <a:r>
              <a:rPr lang="ko-KR" altLang="en-US" dirty="0">
                <a:solidFill>
                  <a:schemeClr val="tx1"/>
                </a:solidFill>
              </a:rPr>
              <a:t>창이 출력됨</a:t>
            </a:r>
          </a:p>
        </p:txBody>
      </p:sp>
      <p:sp>
        <p:nvSpPr>
          <p:cNvPr id="84" name="직사각형 83"/>
          <p:cNvSpPr/>
          <p:nvPr/>
        </p:nvSpPr>
        <p:spPr bwMode="auto">
          <a:xfrm>
            <a:off x="7614098" y="422108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버튼 클릭 시 이미지가 등록 됨</a:t>
            </a:r>
          </a:p>
        </p:txBody>
      </p:sp>
      <p:pic>
        <p:nvPicPr>
          <p:cNvPr id="80" name="그림 79" descr="원동희 제품정보관리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9258" y="1194340"/>
            <a:ext cx="7056784" cy="5186988"/>
          </a:xfrm>
          <a:prstGeom prst="rect">
            <a:avLst/>
          </a:prstGeom>
        </p:spPr>
      </p:pic>
      <p:sp>
        <p:nvSpPr>
          <p:cNvPr id="73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5882" y="1844824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76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5882" y="2276872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77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426" y="3356992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78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386" y="5974804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</a:p>
        </p:txBody>
      </p:sp>
      <p:sp>
        <p:nvSpPr>
          <p:cNvPr id="81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3594" y="5614764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5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53394" y="854130"/>
            <a:ext cx="12715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SCM </a:t>
            </a:r>
            <a:r>
              <a:rPr lang="ko-KR" altLang="en-US" dirty="0">
                <a:solidFill>
                  <a:schemeClr val="tx1"/>
                </a:solidFill>
              </a:rPr>
              <a:t>담당자 </a:t>
            </a:r>
            <a:r>
              <a:rPr lang="en-US" altLang="ko-KR" dirty="0">
                <a:solidFill>
                  <a:schemeClr val="tx1"/>
                </a:solidFill>
              </a:rPr>
              <a:t>- </a:t>
            </a:r>
            <a:r>
              <a:rPr lang="ko-KR" altLang="en-US" dirty="0">
                <a:solidFill>
                  <a:schemeClr val="tx1"/>
                </a:solidFill>
              </a:rPr>
              <a:t>기준정보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33869" y="629397"/>
            <a:ext cx="20986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SCM </a:t>
            </a:r>
            <a:r>
              <a:rPr lang="ko-KR" altLang="en-US" dirty="0">
                <a:solidFill>
                  <a:schemeClr val="tx1"/>
                </a:solidFill>
              </a:rPr>
              <a:t>담당자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ko-KR" altLang="en-US" dirty="0">
                <a:solidFill>
                  <a:schemeClr val="tx1"/>
                </a:solidFill>
              </a:rPr>
              <a:t>기준정보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ko-KR" altLang="en-US" dirty="0">
                <a:solidFill>
                  <a:schemeClr val="tx1"/>
                </a:solidFill>
              </a:rPr>
              <a:t>창고 정보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9911" y="864296"/>
            <a:ext cx="12314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solidFill>
                  <a:srgbClr val="000000"/>
                </a:solidFill>
              </a:rPr>
              <a:t>scm</a:t>
            </a:r>
            <a:r>
              <a:rPr lang="en-US" altLang="ko-KR" dirty="0">
                <a:solidFill>
                  <a:srgbClr val="000000"/>
                </a:solidFill>
              </a:rPr>
              <a:t>/ </a:t>
            </a:r>
            <a:r>
              <a:rPr lang="en-US" altLang="ko-KR" dirty="0" err="1">
                <a:solidFill>
                  <a:schemeClr val="tx1"/>
                </a:solidFill>
              </a:rPr>
              <a:t>wHouseInfoForm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1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1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3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53" name="직사각형 52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검색 창의 </a:t>
            </a:r>
            <a:r>
              <a:rPr lang="en-US" altLang="ko-KR" dirty="0" err="1">
                <a:solidFill>
                  <a:schemeClr val="tx1"/>
                </a:solidFill>
              </a:rPr>
              <a:t>ComboBox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선택된 값에 따라 검색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 bwMode="auto">
          <a:xfrm>
            <a:off x="7602850" y="259881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Grid</a:t>
            </a:r>
            <a:r>
              <a:rPr lang="ko-KR" altLang="en-US" dirty="0">
                <a:solidFill>
                  <a:schemeClr val="tx1"/>
                </a:solidFill>
              </a:rPr>
              <a:t>를 클릭 시 </a:t>
            </a:r>
            <a:r>
              <a:rPr lang="en-US" altLang="ko-KR" dirty="0">
                <a:solidFill>
                  <a:schemeClr val="tx1"/>
                </a:solidFill>
              </a:rPr>
              <a:t>modal</a:t>
            </a:r>
            <a:r>
              <a:rPr lang="ko-KR" altLang="en-US" dirty="0">
                <a:solidFill>
                  <a:schemeClr val="tx1"/>
                </a:solidFill>
              </a:rPr>
              <a:t>창을 화면에 띄우고 해당 </a:t>
            </a:r>
            <a:r>
              <a:rPr lang="en-US" altLang="ko-KR" dirty="0">
                <a:solidFill>
                  <a:schemeClr val="tx1"/>
                </a:solidFill>
              </a:rPr>
              <a:t>row</a:t>
            </a:r>
            <a:r>
              <a:rPr lang="ko-KR" altLang="en-US" dirty="0">
                <a:solidFill>
                  <a:schemeClr val="tx1"/>
                </a:solidFill>
              </a:rPr>
              <a:t>의 관한 </a:t>
            </a:r>
            <a:r>
              <a:rPr lang="en-US" altLang="ko-KR" dirty="0">
                <a:solidFill>
                  <a:schemeClr val="tx1"/>
                </a:solidFill>
              </a:rPr>
              <a:t>detail </a:t>
            </a:r>
            <a:r>
              <a:rPr lang="ko-KR" altLang="en-US" dirty="0">
                <a:solidFill>
                  <a:schemeClr val="tx1"/>
                </a:solidFill>
              </a:rPr>
              <a:t>정보가 </a:t>
            </a:r>
            <a:r>
              <a:rPr lang="en-US" altLang="ko-KR" dirty="0">
                <a:solidFill>
                  <a:schemeClr val="tx1"/>
                </a:solidFill>
              </a:rPr>
              <a:t>modal</a:t>
            </a:r>
            <a:r>
              <a:rPr lang="ko-KR" altLang="en-US" dirty="0">
                <a:solidFill>
                  <a:schemeClr val="tx1"/>
                </a:solidFill>
              </a:rPr>
              <a:t>창에 기입 </a:t>
            </a:r>
            <a:r>
              <a:rPr lang="ko-KR" altLang="en-US" dirty="0" err="1">
                <a:solidFill>
                  <a:schemeClr val="tx1"/>
                </a:solidFill>
              </a:rPr>
              <a:t>되서</a:t>
            </a:r>
            <a:r>
              <a:rPr lang="ko-KR" altLang="en-US" dirty="0">
                <a:solidFill>
                  <a:schemeClr val="tx1"/>
                </a:solidFill>
              </a:rPr>
              <a:t> 나온다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Modal</a:t>
            </a:r>
            <a:r>
              <a:rPr lang="ko-KR" altLang="en-US" dirty="0">
                <a:solidFill>
                  <a:schemeClr val="tx1"/>
                </a:solidFill>
              </a:rPr>
              <a:t>의 정보 중 </a:t>
            </a:r>
            <a:r>
              <a:rPr lang="en-US" altLang="ko-KR" dirty="0">
                <a:solidFill>
                  <a:schemeClr val="tx1"/>
                </a:solidFill>
              </a:rPr>
              <a:t>“</a:t>
            </a:r>
            <a:r>
              <a:rPr lang="ko-KR" altLang="en-US" dirty="0">
                <a:solidFill>
                  <a:schemeClr val="tx1"/>
                </a:solidFill>
              </a:rPr>
              <a:t>창고코드</a:t>
            </a:r>
            <a:r>
              <a:rPr lang="en-US" altLang="ko-KR" dirty="0">
                <a:solidFill>
                  <a:schemeClr val="tx1"/>
                </a:solidFill>
              </a:rPr>
              <a:t>”</a:t>
            </a:r>
            <a:r>
              <a:rPr lang="ko-KR" altLang="en-US" dirty="0">
                <a:solidFill>
                  <a:schemeClr val="tx1"/>
                </a:solidFill>
              </a:rPr>
              <a:t> 제외 모든 정보는 수정 가능하다</a:t>
            </a:r>
          </a:p>
        </p:txBody>
      </p:sp>
      <p:sp>
        <p:nvSpPr>
          <p:cNvPr id="55" name="직사각형 54"/>
          <p:cNvSpPr/>
          <p:nvPr/>
        </p:nvSpPr>
        <p:spPr bwMode="auto">
          <a:xfrm>
            <a:off x="7599140" y="325450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창고 등록 버튼 클릭 시 나온 </a:t>
            </a:r>
            <a:r>
              <a:rPr lang="en-US" altLang="ko-KR" dirty="0">
                <a:solidFill>
                  <a:schemeClr val="tx1"/>
                </a:solidFill>
              </a:rPr>
              <a:t>Pop-Up</a:t>
            </a:r>
            <a:r>
              <a:rPr lang="ko-KR" altLang="en-US" dirty="0">
                <a:solidFill>
                  <a:schemeClr val="tx1"/>
                </a:solidFill>
              </a:rPr>
              <a:t>창 일 경우 해당 버튼은 없어도 된다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7614380" y="19507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- </a:t>
            </a:r>
            <a:r>
              <a:rPr lang="ko-KR" altLang="en-US" dirty="0">
                <a:solidFill>
                  <a:schemeClr val="tx1"/>
                </a:solidFill>
              </a:rPr>
              <a:t>창고 등록 버튼 클릭 시 </a:t>
            </a:r>
            <a:r>
              <a:rPr lang="en-US" altLang="ko-KR" dirty="0">
                <a:solidFill>
                  <a:schemeClr val="tx1"/>
                </a:solidFill>
              </a:rPr>
              <a:t>Pop-Up</a:t>
            </a:r>
            <a:r>
              <a:rPr lang="ko-KR" altLang="en-US" dirty="0">
                <a:solidFill>
                  <a:schemeClr val="tx1"/>
                </a:solidFill>
              </a:rPr>
              <a:t> 출력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  출력된 </a:t>
            </a:r>
            <a:r>
              <a:rPr lang="en-US" altLang="ko-KR" dirty="0">
                <a:solidFill>
                  <a:schemeClr val="tx1"/>
                </a:solidFill>
              </a:rPr>
              <a:t>Pop-up</a:t>
            </a:r>
            <a:r>
              <a:rPr lang="ko-KR" altLang="en-US" dirty="0">
                <a:solidFill>
                  <a:schemeClr val="tx1"/>
                </a:solidFill>
              </a:rPr>
              <a:t>엔 저장</a:t>
            </a:r>
            <a:r>
              <a:rPr lang="en-US" altLang="ko-KR" dirty="0">
                <a:solidFill>
                  <a:schemeClr val="tx1"/>
                </a:solidFill>
              </a:rPr>
              <a:t>(insert)</a:t>
            </a:r>
            <a:r>
              <a:rPr lang="ko-KR" altLang="en-US" dirty="0">
                <a:solidFill>
                  <a:schemeClr val="tx1"/>
                </a:solidFill>
              </a:rPr>
              <a:t>만 가능하다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</a:rPr>
              <a:t> 저장버튼 클릭 시 </a:t>
            </a:r>
            <a:r>
              <a:rPr lang="en-US" altLang="ko-KR" dirty="0">
                <a:solidFill>
                  <a:schemeClr val="tx1"/>
                </a:solidFill>
              </a:rPr>
              <a:t>null or ‘’ </a:t>
            </a:r>
            <a:r>
              <a:rPr lang="ko-KR" altLang="en-US" dirty="0">
                <a:solidFill>
                  <a:schemeClr val="tx1"/>
                </a:solidFill>
              </a:rPr>
              <a:t>값이 있으면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  alert</a:t>
            </a:r>
            <a:r>
              <a:rPr lang="ko-KR" altLang="en-US" dirty="0">
                <a:solidFill>
                  <a:schemeClr val="tx1"/>
                </a:solidFill>
              </a:rPr>
              <a:t>창이 출력됨</a:t>
            </a:r>
          </a:p>
        </p:txBody>
      </p:sp>
      <p:sp>
        <p:nvSpPr>
          <p:cNvPr id="57" name="직사각형 56"/>
          <p:cNvSpPr/>
          <p:nvPr/>
        </p:nvSpPr>
        <p:spPr bwMode="auto">
          <a:xfrm>
            <a:off x="7614098" y="389914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버튼 클릭 시 주소 검색 창 출력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en-US" altLang="ko-KR" dirty="0" err="1">
                <a:solidFill>
                  <a:schemeClr val="tx1"/>
                </a:solidFill>
              </a:rPr>
              <a:t>api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61" name="그림 60" descr="원동희 창고 정보 관리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9258" y="1196751"/>
            <a:ext cx="7056784" cy="5182254"/>
          </a:xfrm>
          <a:prstGeom prst="rect">
            <a:avLst/>
          </a:prstGeom>
        </p:spPr>
      </p:pic>
      <p:sp>
        <p:nvSpPr>
          <p:cNvPr id="62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9938" y="1988840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63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5962" y="2492896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64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450" y="3717032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65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9766" y="5949280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</a:p>
        </p:txBody>
      </p:sp>
      <p:sp>
        <p:nvSpPr>
          <p:cNvPr id="66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674" y="5013176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5</a:t>
            </a:r>
          </a:p>
        </p:txBody>
      </p:sp>
      <p:sp>
        <p:nvSpPr>
          <p:cNvPr id="67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그림 58" descr="원동희 문의게시판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9258" y="1124744"/>
            <a:ext cx="7056784" cy="527382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353394" y="854130"/>
            <a:ext cx="12715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SCM </a:t>
            </a:r>
            <a:r>
              <a:rPr lang="ko-KR" altLang="en-US" dirty="0">
                <a:solidFill>
                  <a:schemeClr val="tx1"/>
                </a:solidFill>
              </a:rPr>
              <a:t>담당자 </a:t>
            </a:r>
            <a:r>
              <a:rPr lang="en-US" altLang="ko-KR" dirty="0">
                <a:solidFill>
                  <a:schemeClr val="tx1"/>
                </a:solidFill>
              </a:rPr>
              <a:t>- </a:t>
            </a:r>
            <a:r>
              <a:rPr lang="ko-KR" altLang="en-US" dirty="0">
                <a:solidFill>
                  <a:schemeClr val="tx1"/>
                </a:solidFill>
              </a:rPr>
              <a:t>기준정보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17690" y="629397"/>
            <a:ext cx="22044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SCM </a:t>
            </a:r>
            <a:r>
              <a:rPr lang="ko-KR" altLang="en-US" dirty="0">
                <a:solidFill>
                  <a:schemeClr val="tx1"/>
                </a:solidFill>
              </a:rPr>
              <a:t>담당자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ko-KR" altLang="en-US" dirty="0">
                <a:solidFill>
                  <a:schemeClr val="tx1"/>
                </a:solidFill>
              </a:rPr>
              <a:t>기준정보 </a:t>
            </a:r>
            <a:r>
              <a:rPr lang="en-US" altLang="ko-KR" dirty="0">
                <a:solidFill>
                  <a:schemeClr val="tx1"/>
                </a:solidFill>
              </a:rPr>
              <a:t>– 1 : 1 </a:t>
            </a:r>
            <a:r>
              <a:rPr lang="ko-KR" altLang="en-US" dirty="0">
                <a:solidFill>
                  <a:schemeClr val="tx1"/>
                </a:solidFill>
              </a:rPr>
              <a:t>문의 게시판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92379" y="854130"/>
            <a:ext cx="10070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solidFill>
                  <a:srgbClr val="000000"/>
                </a:solidFill>
              </a:rPr>
              <a:t>scm</a:t>
            </a:r>
            <a:r>
              <a:rPr lang="en-US" altLang="ko-KR" dirty="0">
                <a:solidFill>
                  <a:srgbClr val="000000"/>
                </a:solidFill>
              </a:rPr>
              <a:t>/ </a:t>
            </a:r>
            <a:r>
              <a:rPr lang="en-US" altLang="ko-KR" dirty="0" err="1">
                <a:solidFill>
                  <a:schemeClr val="tx1"/>
                </a:solidFill>
              </a:rPr>
              <a:t>answerForm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grpSp>
        <p:nvGrpSpPr>
          <p:cNvPr id="6" name="그룹 6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7" name="그룹 12"/>
          <p:cNvGrpSpPr/>
          <p:nvPr/>
        </p:nvGrpSpPr>
        <p:grpSpPr>
          <a:xfrm>
            <a:off x="7330058" y="1954932"/>
            <a:ext cx="2513136" cy="898004"/>
            <a:chOff x="2721546" y="4077072"/>
            <a:chExt cx="2513136" cy="648072"/>
          </a:xfrm>
        </p:grpSpPr>
        <p:sp>
          <p:nvSpPr>
            <p:cNvPr id="1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3" name="그룹 18"/>
          <p:cNvGrpSpPr/>
          <p:nvPr/>
        </p:nvGrpSpPr>
        <p:grpSpPr>
          <a:xfrm>
            <a:off x="7330058" y="2850272"/>
            <a:ext cx="2513136" cy="1254616"/>
            <a:chOff x="2721546" y="4077072"/>
            <a:chExt cx="2513136" cy="648072"/>
          </a:xfrm>
        </p:grpSpPr>
        <p:sp>
          <p:nvSpPr>
            <p:cNvPr id="2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2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9" name="그룹 24"/>
          <p:cNvGrpSpPr/>
          <p:nvPr/>
        </p:nvGrpSpPr>
        <p:grpSpPr>
          <a:xfrm>
            <a:off x="7330058" y="4104888"/>
            <a:ext cx="2513136" cy="648072"/>
            <a:chOff x="2721546" y="4077072"/>
            <a:chExt cx="2513136" cy="648072"/>
          </a:xfrm>
        </p:grpSpPr>
        <p:sp>
          <p:nvSpPr>
            <p:cNvPr id="2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2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7" name="직사각형 36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</a:rPr>
              <a:t> 검색 창의 </a:t>
            </a:r>
            <a:r>
              <a:rPr lang="en-US" altLang="ko-KR" dirty="0" err="1">
                <a:solidFill>
                  <a:schemeClr val="tx1"/>
                </a:solidFill>
              </a:rPr>
              <a:t>ComboBox</a:t>
            </a:r>
            <a:r>
              <a:rPr lang="ko-KR" altLang="en-US" dirty="0">
                <a:solidFill>
                  <a:schemeClr val="tx1"/>
                </a:solidFill>
              </a:rPr>
              <a:t>의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선택된 값과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  Calendar</a:t>
            </a:r>
            <a:r>
              <a:rPr lang="ko-KR" altLang="en-US" dirty="0">
                <a:solidFill>
                  <a:schemeClr val="tx1"/>
                </a:solidFill>
              </a:rPr>
              <a:t>의 입력된 값에 따라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검색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38" name="직사각형 37"/>
          <p:cNvSpPr/>
          <p:nvPr/>
        </p:nvSpPr>
        <p:spPr bwMode="auto">
          <a:xfrm>
            <a:off x="7602850" y="2842652"/>
            <a:ext cx="2232248" cy="1254616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Grid</a:t>
            </a:r>
            <a:r>
              <a:rPr lang="ko-KR" altLang="en-US" dirty="0">
                <a:solidFill>
                  <a:schemeClr val="tx1"/>
                </a:solidFill>
              </a:rPr>
              <a:t>를 클릭 시 </a:t>
            </a:r>
            <a:r>
              <a:rPr lang="en-US" altLang="ko-KR" dirty="0">
                <a:solidFill>
                  <a:schemeClr val="tx1"/>
                </a:solidFill>
              </a:rPr>
              <a:t>modal</a:t>
            </a:r>
            <a:r>
              <a:rPr lang="ko-KR" altLang="en-US" dirty="0">
                <a:solidFill>
                  <a:schemeClr val="tx1"/>
                </a:solidFill>
              </a:rPr>
              <a:t>창을 화면에 띄우고 해당 </a:t>
            </a:r>
            <a:r>
              <a:rPr lang="en-US" altLang="ko-KR" dirty="0">
                <a:solidFill>
                  <a:schemeClr val="tx1"/>
                </a:solidFill>
              </a:rPr>
              <a:t>row</a:t>
            </a:r>
            <a:r>
              <a:rPr lang="ko-KR" altLang="en-US" dirty="0">
                <a:solidFill>
                  <a:schemeClr val="tx1"/>
                </a:solidFill>
              </a:rPr>
              <a:t>의 관한 </a:t>
            </a:r>
            <a:r>
              <a:rPr lang="en-US" altLang="ko-KR" dirty="0">
                <a:solidFill>
                  <a:schemeClr val="tx1"/>
                </a:solidFill>
              </a:rPr>
              <a:t>detail </a:t>
            </a:r>
            <a:r>
              <a:rPr lang="ko-KR" altLang="en-US" dirty="0">
                <a:solidFill>
                  <a:schemeClr val="tx1"/>
                </a:solidFill>
              </a:rPr>
              <a:t>정보가 </a:t>
            </a:r>
            <a:r>
              <a:rPr lang="en-US" altLang="ko-KR" dirty="0">
                <a:solidFill>
                  <a:schemeClr val="tx1"/>
                </a:solidFill>
              </a:rPr>
              <a:t>modal</a:t>
            </a:r>
            <a:r>
              <a:rPr lang="ko-KR" altLang="en-US" dirty="0">
                <a:solidFill>
                  <a:schemeClr val="tx1"/>
                </a:solidFill>
              </a:rPr>
              <a:t>창에 기입 </a:t>
            </a:r>
            <a:r>
              <a:rPr lang="ko-KR" altLang="en-US" dirty="0" err="1">
                <a:solidFill>
                  <a:schemeClr val="tx1"/>
                </a:solidFill>
              </a:rPr>
              <a:t>되서</a:t>
            </a:r>
            <a:r>
              <a:rPr lang="ko-KR" altLang="en-US" dirty="0">
                <a:solidFill>
                  <a:schemeClr val="tx1"/>
                </a:solidFill>
              </a:rPr>
              <a:t> 나온다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Modal</a:t>
            </a:r>
            <a:r>
              <a:rPr lang="ko-KR" altLang="en-US" dirty="0">
                <a:solidFill>
                  <a:schemeClr val="tx1"/>
                </a:solidFill>
              </a:rPr>
              <a:t>창의 정보 중 </a:t>
            </a:r>
            <a:r>
              <a:rPr lang="en-US" altLang="ko-KR" dirty="0">
                <a:solidFill>
                  <a:schemeClr val="tx1"/>
                </a:solidFill>
              </a:rPr>
              <a:t>“</a:t>
            </a:r>
            <a:r>
              <a:rPr lang="ko-KR" altLang="en-US" dirty="0">
                <a:solidFill>
                  <a:schemeClr val="tx1"/>
                </a:solidFill>
              </a:rPr>
              <a:t>창고코드</a:t>
            </a:r>
            <a:r>
              <a:rPr lang="en-US" altLang="ko-KR" dirty="0">
                <a:solidFill>
                  <a:schemeClr val="tx1"/>
                </a:solidFill>
              </a:rPr>
              <a:t>”</a:t>
            </a:r>
            <a:r>
              <a:rPr lang="ko-KR" altLang="en-US" dirty="0">
                <a:solidFill>
                  <a:schemeClr val="tx1"/>
                </a:solidFill>
              </a:rPr>
              <a:t> 제외 모든 정보는 수정 가능하다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Modal</a:t>
            </a:r>
            <a:r>
              <a:rPr lang="ko-KR" altLang="en-US" dirty="0">
                <a:solidFill>
                  <a:schemeClr val="tx1"/>
                </a:solidFill>
              </a:rPr>
              <a:t>창의 버튼은 작성자 일 때 모두 보이며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그 외엔 취소 버튼만 보인다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 bwMode="auto">
          <a:xfrm>
            <a:off x="7599140" y="410488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글쓰기 버튼 클릭 시 나온 </a:t>
            </a:r>
            <a:r>
              <a:rPr lang="en-US" altLang="ko-KR" dirty="0">
                <a:solidFill>
                  <a:schemeClr val="tx1"/>
                </a:solidFill>
              </a:rPr>
              <a:t>Pop-Up</a:t>
            </a:r>
            <a:r>
              <a:rPr lang="ko-KR" altLang="en-US" dirty="0">
                <a:solidFill>
                  <a:schemeClr val="tx1"/>
                </a:solidFill>
              </a:rPr>
              <a:t>창 일 경우 해당 버튼은 없어도 된다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0" name="직사각형 39"/>
          <p:cNvSpPr/>
          <p:nvPr/>
        </p:nvSpPr>
        <p:spPr bwMode="auto">
          <a:xfrm>
            <a:off x="7614380" y="1950740"/>
            <a:ext cx="2232248" cy="898004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- </a:t>
            </a:r>
            <a:r>
              <a:rPr lang="ko-KR" altLang="en-US" dirty="0">
                <a:solidFill>
                  <a:schemeClr val="tx1"/>
                </a:solidFill>
              </a:rPr>
              <a:t>글쓰기버튼 클릭 시 </a:t>
            </a:r>
            <a:r>
              <a:rPr lang="en-US" altLang="ko-KR" dirty="0">
                <a:solidFill>
                  <a:schemeClr val="tx1"/>
                </a:solidFill>
              </a:rPr>
              <a:t>Pop-Up</a:t>
            </a:r>
            <a:r>
              <a:rPr lang="ko-KR" altLang="en-US" dirty="0">
                <a:solidFill>
                  <a:schemeClr val="tx1"/>
                </a:solidFill>
              </a:rPr>
              <a:t> 출력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  출력된 </a:t>
            </a:r>
            <a:r>
              <a:rPr lang="en-US" altLang="ko-KR" dirty="0">
                <a:solidFill>
                  <a:schemeClr val="tx1"/>
                </a:solidFill>
              </a:rPr>
              <a:t>Pop-up</a:t>
            </a:r>
            <a:r>
              <a:rPr lang="ko-KR" altLang="en-US" dirty="0">
                <a:solidFill>
                  <a:schemeClr val="tx1"/>
                </a:solidFill>
              </a:rPr>
              <a:t>엔 저장</a:t>
            </a:r>
            <a:r>
              <a:rPr lang="en-US" altLang="ko-KR" dirty="0">
                <a:solidFill>
                  <a:schemeClr val="tx1"/>
                </a:solidFill>
              </a:rPr>
              <a:t>(insert)</a:t>
            </a:r>
            <a:r>
              <a:rPr lang="ko-KR" altLang="en-US" dirty="0">
                <a:solidFill>
                  <a:schemeClr val="tx1"/>
                </a:solidFill>
              </a:rPr>
              <a:t>만 가능하다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</a:rPr>
              <a:t> 저장버튼 클릭 시 </a:t>
            </a:r>
            <a:r>
              <a:rPr lang="en-US" altLang="ko-KR" dirty="0">
                <a:solidFill>
                  <a:schemeClr val="tx1"/>
                </a:solidFill>
              </a:rPr>
              <a:t>null or ‘’ </a:t>
            </a:r>
            <a:r>
              <a:rPr lang="ko-KR" altLang="en-US" dirty="0">
                <a:solidFill>
                  <a:schemeClr val="tx1"/>
                </a:solidFill>
              </a:rPr>
              <a:t>값이 있으면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  alert</a:t>
            </a:r>
            <a:r>
              <a:rPr lang="ko-KR" altLang="en-US" dirty="0">
                <a:solidFill>
                  <a:schemeClr val="tx1"/>
                </a:solidFill>
              </a:rPr>
              <a:t>창이 출력됨</a:t>
            </a:r>
          </a:p>
        </p:txBody>
      </p:sp>
      <p:sp>
        <p:nvSpPr>
          <p:cNvPr id="45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5698" y="167032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47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126" y="203798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48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3434" y="295046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49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830" y="4560932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</a:p>
        </p:txBody>
      </p:sp>
      <p:grpSp>
        <p:nvGrpSpPr>
          <p:cNvPr id="25" name="그룹 49"/>
          <p:cNvGrpSpPr/>
          <p:nvPr/>
        </p:nvGrpSpPr>
        <p:grpSpPr>
          <a:xfrm>
            <a:off x="7330058" y="4751432"/>
            <a:ext cx="2513136" cy="648072"/>
            <a:chOff x="2721546" y="4077072"/>
            <a:chExt cx="2513136" cy="648072"/>
          </a:xfrm>
        </p:grpSpPr>
        <p:sp>
          <p:nvSpPr>
            <p:cNvPr id="51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52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3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4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5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56" name="직사각형 55"/>
          <p:cNvSpPr/>
          <p:nvPr/>
        </p:nvSpPr>
        <p:spPr bwMode="auto">
          <a:xfrm>
            <a:off x="7599140" y="4751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해당 버튼은 관리자일 경우 답변 버튼으로 보인다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답변버튼 클릭 시 </a:t>
            </a:r>
            <a:r>
              <a:rPr lang="en-US" altLang="ko-KR" dirty="0">
                <a:solidFill>
                  <a:schemeClr val="tx1"/>
                </a:solidFill>
              </a:rPr>
              <a:t>6</a:t>
            </a:r>
            <a:r>
              <a:rPr lang="ko-KR" altLang="en-US" dirty="0">
                <a:solidFill>
                  <a:schemeClr val="tx1"/>
                </a:solidFill>
              </a:rPr>
              <a:t>번이 해당된다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7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734" y="4559032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5</a:t>
            </a:r>
          </a:p>
        </p:txBody>
      </p:sp>
      <p:sp>
        <p:nvSpPr>
          <p:cNvPr id="60" name="직사각형 59"/>
          <p:cNvSpPr/>
          <p:nvPr/>
        </p:nvSpPr>
        <p:spPr bwMode="auto">
          <a:xfrm>
            <a:off x="1929458" y="4990316"/>
            <a:ext cx="4896544" cy="1368152"/>
          </a:xfrm>
          <a:prstGeom prst="rect">
            <a:avLst/>
          </a:prstGeom>
          <a:noFill/>
          <a:ln w="12600" cap="sq">
            <a:solidFill>
              <a:srgbClr val="00B0F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450" y="488782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6</a:t>
            </a:r>
          </a:p>
        </p:txBody>
      </p:sp>
      <p:grpSp>
        <p:nvGrpSpPr>
          <p:cNvPr id="31" name="그룹 61"/>
          <p:cNvGrpSpPr/>
          <p:nvPr/>
        </p:nvGrpSpPr>
        <p:grpSpPr>
          <a:xfrm>
            <a:off x="7330058" y="5403696"/>
            <a:ext cx="2513136" cy="648072"/>
            <a:chOff x="2721546" y="4077072"/>
            <a:chExt cx="2513136" cy="648072"/>
          </a:xfrm>
        </p:grpSpPr>
        <p:sp>
          <p:nvSpPr>
            <p:cNvPr id="63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64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5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6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7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68" name="직사각형 67"/>
          <p:cNvSpPr/>
          <p:nvPr/>
        </p:nvSpPr>
        <p:spPr bwMode="auto">
          <a:xfrm>
            <a:off x="7599140" y="540369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5</a:t>
            </a:r>
            <a:r>
              <a:rPr lang="ko-KR" altLang="en-US" dirty="0">
                <a:solidFill>
                  <a:schemeClr val="tx1"/>
                </a:solidFill>
              </a:rPr>
              <a:t>번이 답변일 경우 버튼 클릭 시 해당 영역이 보여진다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D731E95-2861-4C32-8949-9A1D75E80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6" y="1350764"/>
            <a:ext cx="7234172" cy="4803574"/>
          </a:xfrm>
          <a:prstGeom prst="rect">
            <a:avLst/>
          </a:prstGeom>
        </p:spPr>
      </p:pic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grpSp>
        <p:nvGrpSpPr>
          <p:cNvPr id="2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1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5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5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9" name="그룹 58"/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6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5" name="그룹 64"/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6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일별 수주 내역 목록 표시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618090" y="195836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주문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  <a:r>
              <a:rPr lang="ko-KR" altLang="en-US" dirty="0">
                <a:solidFill>
                  <a:schemeClr val="tx1"/>
                </a:solidFill>
              </a:rPr>
              <a:t>반품처리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일자로 조회 기능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현재 시점 날짜로 캘린더 </a:t>
            </a:r>
            <a:r>
              <a:rPr lang="ko-KR" altLang="en-US" dirty="0" err="1">
                <a:solidFill>
                  <a:schemeClr val="tx1"/>
                </a:solidFill>
              </a:rPr>
              <a:t>픽커에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디폴트값</a:t>
            </a:r>
            <a:r>
              <a:rPr lang="ko-KR" altLang="en-US" dirty="0">
                <a:solidFill>
                  <a:schemeClr val="tx1"/>
                </a:solidFill>
              </a:rPr>
              <a:t> 넣기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9" name="직사각형 78"/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반품요청에 </a:t>
            </a:r>
            <a:r>
              <a:rPr lang="ko-KR" altLang="en-US" dirty="0" err="1">
                <a:solidFill>
                  <a:schemeClr val="tx1"/>
                </a:solidFill>
              </a:rPr>
              <a:t>체크시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반품요청건만</a:t>
            </a:r>
            <a:r>
              <a:rPr lang="ko-KR" altLang="en-US" dirty="0">
                <a:solidFill>
                  <a:schemeClr val="tx1"/>
                </a:solidFill>
              </a:rPr>
              <a:t> 조회되고 </a:t>
            </a:r>
            <a:r>
              <a:rPr lang="ko-KR" altLang="en-US" dirty="0" err="1">
                <a:solidFill>
                  <a:schemeClr val="tx1"/>
                </a:solidFill>
              </a:rPr>
              <a:t>반품미요청에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체크시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반품미요청건만</a:t>
            </a:r>
            <a:r>
              <a:rPr lang="ko-KR" altLang="en-US" dirty="0">
                <a:solidFill>
                  <a:schemeClr val="tx1"/>
                </a:solidFill>
              </a:rPr>
              <a:t> 조회 됨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라디오 버튼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총 재고 개수보다 주문개수가 많은 경우 협력사로 발주지시서 작성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 err="1">
                <a:solidFill>
                  <a:schemeClr val="tx1"/>
                </a:solidFill>
              </a:rPr>
              <a:t>클릭시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팝업됨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4" name="직사각형 83"/>
          <p:cNvSpPr/>
          <p:nvPr/>
        </p:nvSpPr>
        <p:spPr bwMode="auto">
          <a:xfrm>
            <a:off x="7614098" y="388048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배송지시서 작성 버튼 </a:t>
            </a:r>
            <a:r>
              <a:rPr lang="ko-KR" altLang="en-US" dirty="0" err="1">
                <a:solidFill>
                  <a:schemeClr val="tx1"/>
                </a:solidFill>
              </a:rPr>
              <a:t>클릭시</a:t>
            </a:r>
            <a:r>
              <a:rPr lang="ko-KR" altLang="en-US" dirty="0">
                <a:solidFill>
                  <a:schemeClr val="tx1"/>
                </a:solidFill>
              </a:rPr>
              <a:t> 배송지시서 작성 창 </a:t>
            </a:r>
            <a:r>
              <a:rPr lang="ko-KR" altLang="en-US" dirty="0" err="1">
                <a:solidFill>
                  <a:schemeClr val="tx1"/>
                </a:solidFill>
              </a:rPr>
              <a:t>팝업됨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배송지시서 작성 창에서 주문 개수 입력 후 저장하기 및 수정 기능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5" name="직사각형 84"/>
          <p:cNvSpPr/>
          <p:nvPr/>
        </p:nvSpPr>
        <p:spPr bwMode="auto">
          <a:xfrm>
            <a:off x="7606196" y="45479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배송지시서 상세 내역 목록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수정 저장 기능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제품 창고 선택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선택하면 창고의 총 재고 건수가 자동으로 표시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주문개수를 입력한다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 err="1">
                <a:solidFill>
                  <a:schemeClr val="tx1"/>
                </a:solidFill>
              </a:rPr>
              <a:t>입력값이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0 </a:t>
            </a:r>
            <a:r>
              <a:rPr lang="ko-KR" altLang="en-US" dirty="0" err="1">
                <a:solidFill>
                  <a:schemeClr val="tx1"/>
                </a:solidFill>
              </a:rPr>
              <a:t>이하거나</a:t>
            </a:r>
            <a:r>
              <a:rPr lang="ko-KR" altLang="en-US" dirty="0">
                <a:solidFill>
                  <a:schemeClr val="tx1"/>
                </a:solidFill>
              </a:rPr>
              <a:t> 총 재고 개수 이상 값이면 </a:t>
            </a:r>
            <a:r>
              <a:rPr lang="ko-KR" altLang="en-US" dirty="0" err="1">
                <a:solidFill>
                  <a:schemeClr val="tx1"/>
                </a:solidFill>
              </a:rPr>
              <a:t>경고창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64F68F8-0944-4DCD-BCE8-8F17AAF59EE6}"/>
              </a:ext>
            </a:extLst>
          </p:cNvPr>
          <p:cNvSpPr txBox="1"/>
          <p:nvPr/>
        </p:nvSpPr>
        <p:spPr>
          <a:xfrm>
            <a:off x="6343432" y="1433784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③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967635E-0F3D-4DF0-8AA6-0152878DE172}"/>
              </a:ext>
            </a:extLst>
          </p:cNvPr>
          <p:cNvSpPr txBox="1"/>
          <p:nvPr/>
        </p:nvSpPr>
        <p:spPr>
          <a:xfrm>
            <a:off x="2566988" y="2109476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①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631A248-77C2-4C48-ACE3-251140DAA0FD}"/>
              </a:ext>
            </a:extLst>
          </p:cNvPr>
          <p:cNvSpPr txBox="1"/>
          <p:nvPr/>
        </p:nvSpPr>
        <p:spPr>
          <a:xfrm>
            <a:off x="3996654" y="1747257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②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0DA24CB-B690-4C21-8718-5AB901369AB1}"/>
              </a:ext>
            </a:extLst>
          </p:cNvPr>
          <p:cNvSpPr txBox="1"/>
          <p:nvPr/>
        </p:nvSpPr>
        <p:spPr>
          <a:xfrm>
            <a:off x="5552997" y="3552496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④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77BB768-2312-46ED-903C-BA676718CA9E}"/>
              </a:ext>
            </a:extLst>
          </p:cNvPr>
          <p:cNvSpPr txBox="1"/>
          <p:nvPr/>
        </p:nvSpPr>
        <p:spPr>
          <a:xfrm>
            <a:off x="4134802" y="3490933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⑤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F105ACB-247F-4A86-980A-6DA0F3407920}"/>
              </a:ext>
            </a:extLst>
          </p:cNvPr>
          <p:cNvSpPr txBox="1"/>
          <p:nvPr/>
        </p:nvSpPr>
        <p:spPr>
          <a:xfrm>
            <a:off x="3702252" y="4271370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⑥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DB55931-BE14-445D-8BB8-690065BA7464}"/>
              </a:ext>
            </a:extLst>
          </p:cNvPr>
          <p:cNvSpPr txBox="1"/>
          <p:nvPr/>
        </p:nvSpPr>
        <p:spPr>
          <a:xfrm>
            <a:off x="1137370" y="4747322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⑦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0D18E52-4D91-489B-B61C-29BC097951DA}"/>
              </a:ext>
            </a:extLst>
          </p:cNvPr>
          <p:cNvSpPr txBox="1"/>
          <p:nvPr/>
        </p:nvSpPr>
        <p:spPr>
          <a:xfrm>
            <a:off x="3915574" y="4936014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⑧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B61FFDE1-A6FB-49FF-B589-ECB661E65538}"/>
              </a:ext>
            </a:extLst>
          </p:cNvPr>
          <p:cNvGrpSpPr/>
          <p:nvPr/>
        </p:nvGrpSpPr>
        <p:grpSpPr>
          <a:xfrm>
            <a:off x="7330058" y="6498771"/>
            <a:ext cx="2513136" cy="648072"/>
            <a:chOff x="2721546" y="4077072"/>
            <a:chExt cx="2513136" cy="648072"/>
          </a:xfrm>
        </p:grpSpPr>
        <p:sp>
          <p:nvSpPr>
            <p:cNvPr id="89" name="Rectangle 4">
              <a:extLst>
                <a:ext uri="{FF2B5EF4-FFF2-40B4-BE49-F238E27FC236}">
                  <a16:creationId xmlns:a16="http://schemas.microsoft.com/office/drawing/2014/main" id="{902EF26D-C1A7-4196-8FB4-CBB02C796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90" name="Line 9">
              <a:extLst>
                <a:ext uri="{FF2B5EF4-FFF2-40B4-BE49-F238E27FC236}">
                  <a16:creationId xmlns:a16="http://schemas.microsoft.com/office/drawing/2014/main" id="{F36A6D56-E284-4963-897B-7D7564D4B7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1" name="Line 10">
              <a:extLst>
                <a:ext uri="{FF2B5EF4-FFF2-40B4-BE49-F238E27FC236}">
                  <a16:creationId xmlns:a16="http://schemas.microsoft.com/office/drawing/2014/main" id="{64CD9CB4-3767-4894-BFDA-885AFBF6BD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" name="Line 11">
              <a:extLst>
                <a:ext uri="{FF2B5EF4-FFF2-40B4-BE49-F238E27FC236}">
                  <a16:creationId xmlns:a16="http://schemas.microsoft.com/office/drawing/2014/main" id="{ED955847-8337-42A2-9AA8-47E7371BDB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3" name="Line 12">
              <a:extLst>
                <a:ext uri="{FF2B5EF4-FFF2-40B4-BE49-F238E27FC236}">
                  <a16:creationId xmlns:a16="http://schemas.microsoft.com/office/drawing/2014/main" id="{BAA3EF39-05E4-4667-88BE-A012BF7D4F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61BC15D6-93F6-42F8-91B4-1198D8704726}"/>
              </a:ext>
            </a:extLst>
          </p:cNvPr>
          <p:cNvSpPr/>
          <p:nvPr/>
        </p:nvSpPr>
        <p:spPr bwMode="auto">
          <a:xfrm>
            <a:off x="7605632" y="6489251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발주지시서 작성 후 저장 및 수정</a:t>
            </a:r>
          </a:p>
        </p:txBody>
      </p:sp>
      <p:sp>
        <p:nvSpPr>
          <p:cNvPr id="76" name="Text Box 1">
            <a:extLst>
              <a:ext uri="{FF2B5EF4-FFF2-40B4-BE49-F238E27FC236}">
                <a16:creationId xmlns:a16="http://schemas.microsoft.com/office/drawing/2014/main" id="{049ED7B4-525B-4D04-A872-D00F82750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거래 내역 </a:t>
            </a:r>
            <a:r>
              <a:rPr lang="en-US" altLang="ko-KR" dirty="0">
                <a:solidFill>
                  <a:srgbClr val="000000"/>
                </a:solidFill>
              </a:rPr>
              <a:t>– SCM </a:t>
            </a:r>
            <a:r>
              <a:rPr lang="ko-KR" altLang="en-US" dirty="0">
                <a:solidFill>
                  <a:srgbClr val="000000"/>
                </a:solidFill>
              </a:rPr>
              <a:t>담당자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5" name="Text Box 2">
            <a:extLst>
              <a:ext uri="{FF2B5EF4-FFF2-40B4-BE49-F238E27FC236}">
                <a16:creationId xmlns:a16="http://schemas.microsoft.com/office/drawing/2014/main" id="{1E5B2982-4D2D-483B-96A9-9F1870BAE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일별 수주 내역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6" name="Text Box 31">
            <a:extLst>
              <a:ext uri="{FF2B5EF4-FFF2-40B4-BE49-F238E27FC236}">
                <a16:creationId xmlns:a16="http://schemas.microsoft.com/office/drawing/2014/main" id="{D3A30C41-585A-4065-BECC-CE994940D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scm</a:t>
            </a:r>
            <a:r>
              <a:rPr lang="en-US" altLang="ko-KR" dirty="0">
                <a:solidFill>
                  <a:srgbClr val="000000"/>
                </a:solidFill>
              </a:rPr>
              <a:t>/ </a:t>
            </a:r>
            <a:r>
              <a:rPr lang="en-US" altLang="ko-KR" dirty="0" err="1">
                <a:solidFill>
                  <a:srgbClr val="000000"/>
                </a:solidFill>
              </a:rPr>
              <a:t>dailyOrderHistory</a:t>
            </a:r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7" name="그룹 46"/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8" name="그룹 52"/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5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5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9" name="그룹 58"/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6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0" name="그룹 64"/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6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574057" y="1268760"/>
            <a:ext cx="2276281" cy="534535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● </a:t>
            </a:r>
            <a:r>
              <a:rPr lang="ko-KR" altLang="en-US" dirty="0">
                <a:solidFill>
                  <a:schemeClr val="tx1"/>
                </a:solidFill>
              </a:rPr>
              <a:t>재고 조회 검색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</a:rPr>
              <a:t>검색조건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장비구분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 err="1">
                <a:solidFill>
                  <a:schemeClr val="tx1"/>
                </a:solidFill>
              </a:rPr>
              <a:t>창고명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모델명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제조사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598294" y="1947311"/>
            <a:ext cx="2252044" cy="640451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● 재고 조회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</a:rPr>
              <a:t>검색조건에 부합하는 장비의 재고 조회</a:t>
            </a:r>
            <a:endParaRPr lang="en-US" altLang="ko-KR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</a:rPr>
              <a:t>페이지를 처음 방문했을 시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전체 재고가 </a:t>
            </a:r>
            <a:r>
              <a:rPr lang="en-US" altLang="ko-KR" dirty="0">
                <a:solidFill>
                  <a:schemeClr val="tx1"/>
                </a:solidFill>
              </a:rPr>
              <a:t>default</a:t>
            </a:r>
            <a:r>
              <a:rPr lang="ko-KR" altLang="en-US" dirty="0">
                <a:solidFill>
                  <a:schemeClr val="tx1"/>
                </a:solidFill>
              </a:rPr>
              <a:t>로 조회되어 있음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● 입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출고 내역 조회</a:t>
            </a:r>
            <a:endParaRPr lang="en-US" altLang="ko-KR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</a:rPr>
              <a:t>조회된 제품의 입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출고 내역 조회</a:t>
            </a:r>
            <a:endParaRPr lang="en-US" altLang="ko-KR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dirty="0" err="1">
                <a:solidFill>
                  <a:schemeClr val="tx1"/>
                </a:solidFill>
              </a:rPr>
              <a:t>scm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담당자가 남긴 이력을 가져옴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 bwMode="auto">
          <a:xfrm>
            <a:off x="7614098" y="388048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 bwMode="auto">
          <a:xfrm>
            <a:off x="7606196" y="45479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7AD9587-14E9-443A-A217-B9B1C382FBA6}"/>
              </a:ext>
            </a:extLst>
          </p:cNvPr>
          <p:cNvSpPr txBox="1"/>
          <p:nvPr/>
        </p:nvSpPr>
        <p:spPr>
          <a:xfrm>
            <a:off x="3225602" y="620688"/>
            <a:ext cx="15247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회사임원</a:t>
            </a:r>
            <a:r>
              <a:rPr lang="en-US" altLang="ko-KR" dirty="0">
                <a:solidFill>
                  <a:schemeClr val="tx1"/>
                </a:solidFill>
              </a:rPr>
              <a:t>] </a:t>
            </a:r>
            <a:r>
              <a:rPr lang="ko-KR" altLang="en-US" dirty="0">
                <a:solidFill>
                  <a:schemeClr val="tx1"/>
                </a:solidFill>
              </a:rPr>
              <a:t>창고 별 재고 현황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A43D79D-CEFD-4896-BB02-2A0D193D3FFE}"/>
              </a:ext>
            </a:extLst>
          </p:cNvPr>
          <p:cNvSpPr txBox="1"/>
          <p:nvPr/>
        </p:nvSpPr>
        <p:spPr>
          <a:xfrm>
            <a:off x="3225602" y="837292"/>
            <a:ext cx="12234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solidFill>
                  <a:srgbClr val="000000"/>
                </a:solidFill>
              </a:rPr>
              <a:t>ged</a:t>
            </a:r>
            <a:r>
              <a:rPr lang="en-US" altLang="ko-KR" dirty="0">
                <a:solidFill>
                  <a:srgbClr val="000000"/>
                </a:solidFill>
              </a:rPr>
              <a:t>/ </a:t>
            </a:r>
            <a:r>
              <a:rPr lang="en-US" altLang="ko-KR" dirty="0" err="1">
                <a:solidFill>
                  <a:schemeClr val="tx1"/>
                </a:solidFill>
              </a:rPr>
              <a:t>warehouse_stock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36C1D10-8900-4E64-8AAA-4C20502C9F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58" y="1196753"/>
            <a:ext cx="7056776" cy="5184576"/>
          </a:xfrm>
          <a:prstGeom prst="rect">
            <a:avLst/>
          </a:prstGeom>
        </p:spPr>
      </p:pic>
      <p:sp>
        <p:nvSpPr>
          <p:cNvPr id="77" name="순서도: 연결자 76">
            <a:extLst>
              <a:ext uri="{FF2B5EF4-FFF2-40B4-BE49-F238E27FC236}">
                <a16:creationId xmlns:a16="http://schemas.microsoft.com/office/drawing/2014/main" id="{21E2FFC2-440B-4563-9FB5-D43885144382}"/>
              </a:ext>
            </a:extLst>
          </p:cNvPr>
          <p:cNvSpPr/>
          <p:nvPr/>
        </p:nvSpPr>
        <p:spPr bwMode="auto">
          <a:xfrm>
            <a:off x="6537970" y="1196752"/>
            <a:ext cx="216024" cy="21602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0" lang="ko-KR" altLang="en-US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순서도: 연결자 79">
            <a:extLst>
              <a:ext uri="{FF2B5EF4-FFF2-40B4-BE49-F238E27FC236}">
                <a16:creationId xmlns:a16="http://schemas.microsoft.com/office/drawing/2014/main" id="{258E3F91-6551-462A-ACFC-78362A3AAD41}"/>
              </a:ext>
            </a:extLst>
          </p:cNvPr>
          <p:cNvSpPr/>
          <p:nvPr/>
        </p:nvSpPr>
        <p:spPr bwMode="auto">
          <a:xfrm>
            <a:off x="6362474" y="3320988"/>
            <a:ext cx="216024" cy="21602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0" lang="ko-KR" altLang="en-US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순서도: 연결자 81">
            <a:extLst>
              <a:ext uri="{FF2B5EF4-FFF2-40B4-BE49-F238E27FC236}">
                <a16:creationId xmlns:a16="http://schemas.microsoft.com/office/drawing/2014/main" id="{50582E5C-2303-4B71-8464-79777B04C082}"/>
              </a:ext>
            </a:extLst>
          </p:cNvPr>
          <p:cNvSpPr/>
          <p:nvPr/>
        </p:nvSpPr>
        <p:spPr bwMode="auto">
          <a:xfrm>
            <a:off x="6321946" y="5516664"/>
            <a:ext cx="216024" cy="21602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0" lang="ko-KR" altLang="en-US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011156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53394" y="854130"/>
            <a:ext cx="12715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SCM </a:t>
            </a:r>
            <a:r>
              <a:rPr lang="ko-KR" altLang="en-US" dirty="0">
                <a:solidFill>
                  <a:schemeClr val="tx1"/>
                </a:solidFill>
              </a:rPr>
              <a:t>담당자 </a:t>
            </a:r>
            <a:r>
              <a:rPr lang="en-US" altLang="ko-KR" dirty="0">
                <a:solidFill>
                  <a:schemeClr val="tx1"/>
                </a:solidFill>
              </a:rPr>
              <a:t>- </a:t>
            </a:r>
            <a:r>
              <a:rPr lang="ko-KR" altLang="en-US" dirty="0">
                <a:solidFill>
                  <a:schemeClr val="tx1"/>
                </a:solidFill>
              </a:rPr>
              <a:t>기준정보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17690" y="629397"/>
            <a:ext cx="220124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SCM </a:t>
            </a:r>
            <a:r>
              <a:rPr lang="ko-KR" altLang="en-US" dirty="0">
                <a:solidFill>
                  <a:schemeClr val="tx1"/>
                </a:solidFill>
              </a:rPr>
              <a:t>담당자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ko-KR" altLang="en-US" dirty="0">
                <a:solidFill>
                  <a:schemeClr val="tx1"/>
                </a:solidFill>
              </a:rPr>
              <a:t>기준정보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ko-KR" altLang="en-US" dirty="0" err="1">
                <a:solidFill>
                  <a:schemeClr val="tx1"/>
                </a:solidFill>
              </a:rPr>
              <a:t>창고별</a:t>
            </a:r>
            <a:r>
              <a:rPr lang="ko-KR" altLang="en-US" dirty="0">
                <a:solidFill>
                  <a:schemeClr val="tx1"/>
                </a:solidFill>
              </a:rPr>
              <a:t> 재고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5447" y="844841"/>
            <a:ext cx="12522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solidFill>
                  <a:srgbClr val="000000"/>
                </a:solidFill>
              </a:rPr>
              <a:t>scm</a:t>
            </a:r>
            <a:r>
              <a:rPr lang="en-US" altLang="ko-KR" dirty="0">
                <a:solidFill>
                  <a:srgbClr val="000000"/>
                </a:solidFill>
              </a:rPr>
              <a:t>/ </a:t>
            </a:r>
            <a:r>
              <a:rPr lang="en-US" altLang="ko-KR" dirty="0" err="1">
                <a:solidFill>
                  <a:schemeClr val="tx1"/>
                </a:solidFill>
              </a:rPr>
              <a:t>whInventoryForm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pic>
        <p:nvPicPr>
          <p:cNvPr id="6" name="그림 5" descr="원동희 창고별 재고현황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9257" y="1196752"/>
            <a:ext cx="7082247" cy="5184576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7330058" y="1954932"/>
            <a:ext cx="2513136" cy="609972"/>
            <a:chOff x="2721546" y="4077072"/>
            <a:chExt cx="2513136" cy="648072"/>
          </a:xfrm>
        </p:grpSpPr>
        <p:sp>
          <p:nvSpPr>
            <p:cNvPr id="1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7330058" y="2564904"/>
            <a:ext cx="2513136" cy="648072"/>
            <a:chOff x="2721546" y="4077072"/>
            <a:chExt cx="2513136" cy="648072"/>
          </a:xfrm>
        </p:grpSpPr>
        <p:sp>
          <p:nvSpPr>
            <p:cNvPr id="2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2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1" name="직사각형 30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</a:rPr>
              <a:t> 검색 창의 </a:t>
            </a:r>
            <a:r>
              <a:rPr lang="en-US" altLang="ko-KR" dirty="0" err="1">
                <a:solidFill>
                  <a:schemeClr val="tx1"/>
                </a:solidFill>
              </a:rPr>
              <a:t>ComboBox</a:t>
            </a:r>
            <a:r>
              <a:rPr lang="ko-KR" altLang="en-US" dirty="0">
                <a:solidFill>
                  <a:schemeClr val="tx1"/>
                </a:solidFill>
              </a:rPr>
              <a:t>의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선택된 값에 따라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  </a:t>
            </a:r>
            <a:r>
              <a:rPr lang="ko-KR" altLang="en-US" dirty="0">
                <a:solidFill>
                  <a:schemeClr val="tx1"/>
                </a:solidFill>
              </a:rPr>
              <a:t>검색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 bwMode="auto">
          <a:xfrm>
            <a:off x="7602850" y="25572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Sub-grid</a:t>
            </a:r>
            <a:r>
              <a:rPr lang="ko-KR" altLang="en-US" dirty="0">
                <a:solidFill>
                  <a:schemeClr val="tx1"/>
                </a:solidFill>
              </a:rPr>
              <a:t>출력 시 선택 한 </a:t>
            </a:r>
            <a:r>
              <a:rPr lang="en-US" altLang="ko-KR" dirty="0">
                <a:solidFill>
                  <a:schemeClr val="tx1"/>
                </a:solidFill>
              </a:rPr>
              <a:t>row</a:t>
            </a:r>
            <a:r>
              <a:rPr lang="ko-KR" altLang="en-US" dirty="0">
                <a:solidFill>
                  <a:schemeClr val="tx1"/>
                </a:solidFill>
              </a:rPr>
              <a:t>의 입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출고 목록 출력</a:t>
            </a:r>
          </a:p>
        </p:txBody>
      </p:sp>
      <p:sp>
        <p:nvSpPr>
          <p:cNvPr id="34" name="직사각형 33"/>
          <p:cNvSpPr/>
          <p:nvPr/>
        </p:nvSpPr>
        <p:spPr bwMode="auto">
          <a:xfrm>
            <a:off x="7614380" y="1950740"/>
            <a:ext cx="2232248" cy="6099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Grid</a:t>
            </a:r>
            <a:r>
              <a:rPr lang="ko-KR" altLang="en-US" dirty="0">
                <a:solidFill>
                  <a:schemeClr val="tx1"/>
                </a:solidFill>
              </a:rPr>
              <a:t>의 </a:t>
            </a:r>
            <a:r>
              <a:rPr lang="en-US" altLang="ko-KR" dirty="0">
                <a:solidFill>
                  <a:schemeClr val="tx1"/>
                </a:solidFill>
              </a:rPr>
              <a:t>row</a:t>
            </a:r>
            <a:r>
              <a:rPr lang="ko-KR" altLang="en-US" dirty="0">
                <a:solidFill>
                  <a:schemeClr val="tx1"/>
                </a:solidFill>
              </a:rPr>
              <a:t>선택 시 </a:t>
            </a:r>
            <a:r>
              <a:rPr lang="en-US" altLang="ko-KR" dirty="0">
                <a:solidFill>
                  <a:schemeClr val="tx1"/>
                </a:solidFill>
              </a:rPr>
              <a:t>sub-grid </a:t>
            </a:r>
            <a:r>
              <a:rPr lang="ko-KR" altLang="en-US" dirty="0">
                <a:solidFill>
                  <a:schemeClr val="tx1"/>
                </a:solidFill>
              </a:rPr>
              <a:t>출력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63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8066" y="1957596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64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5442" y="2852936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65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5442" y="4509120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A08EE8E-5262-4C6A-9F84-BBA18B427A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83" y="1125799"/>
            <a:ext cx="6470733" cy="5276728"/>
          </a:xfrm>
          <a:prstGeom prst="rect">
            <a:avLst/>
          </a:prstGeom>
        </p:spPr>
      </p:pic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7" name="그룹 46"/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8" name="그룹 52"/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5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5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0" name="그룹 58"/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6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1" name="그룹 64"/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6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573582" y="1958360"/>
            <a:ext cx="2276756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반품 목록 정보</a:t>
            </a:r>
          </a:p>
        </p:txBody>
      </p:sp>
      <p:sp>
        <p:nvSpPr>
          <p:cNvPr id="79" name="직사각형 78"/>
          <p:cNvSpPr/>
          <p:nvPr/>
        </p:nvSpPr>
        <p:spPr bwMode="auto">
          <a:xfrm>
            <a:off x="7570431" y="2606432"/>
            <a:ext cx="2261239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반품이 보관될 물류창고 지정</a:t>
            </a:r>
          </a:p>
        </p:txBody>
      </p:sp>
      <p:sp>
        <p:nvSpPr>
          <p:cNvPr id="83" name="직사각형 82"/>
          <p:cNvSpPr/>
          <p:nvPr/>
        </p:nvSpPr>
        <p:spPr bwMode="auto">
          <a:xfrm>
            <a:off x="7570431" y="3243456"/>
            <a:ext cx="2283817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반품 승인요청 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임원 자동 승인으로 연계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 bwMode="auto">
          <a:xfrm>
            <a:off x="7614098" y="388048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 bwMode="auto">
          <a:xfrm>
            <a:off x="7606196" y="45479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1" name="Oval 39">
            <a:extLst>
              <a:ext uri="{FF2B5EF4-FFF2-40B4-BE49-F238E27FC236}">
                <a16:creationId xmlns:a16="http://schemas.microsoft.com/office/drawing/2014/main" id="{975E401D-32A8-49BF-A01B-0EAF53A63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7712" y="1770742"/>
            <a:ext cx="215900" cy="21974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72" name="Text Box 2">
            <a:extLst>
              <a:ext uri="{FF2B5EF4-FFF2-40B4-BE49-F238E27FC236}">
                <a16:creationId xmlns:a16="http://schemas.microsoft.com/office/drawing/2014/main" id="{16BA03A2-E14D-4B1A-9D2A-924DCF92E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거래내역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3" name="Text Box 3">
            <a:extLst>
              <a:ext uri="{FF2B5EF4-FFF2-40B4-BE49-F238E27FC236}">
                <a16:creationId xmlns:a16="http://schemas.microsoft.com/office/drawing/2014/main" id="{7DD2D615-6C8E-4906-9EC2-AD271F04C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반품 신청 목록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6" name="Text Box 4">
            <a:extLst>
              <a:ext uri="{FF2B5EF4-FFF2-40B4-BE49-F238E27FC236}">
                <a16:creationId xmlns:a16="http://schemas.microsoft.com/office/drawing/2014/main" id="{D52E7162-C5AD-4396-8FDA-7217F449A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scm</a:t>
            </a:r>
            <a:r>
              <a:rPr lang="en-US" altLang="ko-KR" dirty="0">
                <a:solidFill>
                  <a:srgbClr val="000000"/>
                </a:solidFill>
              </a:rPr>
              <a:t>/ </a:t>
            </a:r>
            <a:r>
              <a:rPr lang="en-US" altLang="ko-KR" dirty="0" err="1">
                <a:solidFill>
                  <a:srgbClr val="000000"/>
                </a:solidFill>
              </a:rPr>
              <a:t>ReturnApplicationList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77" name="Text Box 16">
            <a:extLst>
              <a:ext uri="{FF2B5EF4-FFF2-40B4-BE49-F238E27FC236}">
                <a16:creationId xmlns:a16="http://schemas.microsoft.com/office/drawing/2014/main" id="{A8C12AFD-BFE0-439E-8E37-059803377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601661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680B74E-FA72-4212-A6AC-696A55272E85}"/>
              </a:ext>
            </a:extLst>
          </p:cNvPr>
          <p:cNvSpPr/>
          <p:nvPr/>
        </p:nvSpPr>
        <p:spPr bwMode="auto">
          <a:xfrm>
            <a:off x="8266163" y="653833"/>
            <a:ext cx="1440160" cy="182780"/>
          </a:xfrm>
          <a:prstGeom prst="rect">
            <a:avLst/>
          </a:prstGeom>
          <a:solidFill>
            <a:schemeClr val="bg1"/>
          </a:solidFill>
          <a:ln w="12600" cap="sq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전광복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22FEE87-2075-4944-BA81-B1A4DA0A7ABF}"/>
              </a:ext>
            </a:extLst>
          </p:cNvPr>
          <p:cNvSpPr/>
          <p:nvPr/>
        </p:nvSpPr>
        <p:spPr bwMode="auto">
          <a:xfrm>
            <a:off x="7574057" y="133930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반품 목록 조회</a:t>
            </a:r>
          </a:p>
        </p:txBody>
      </p:sp>
      <p:sp>
        <p:nvSpPr>
          <p:cNvPr id="81" name="Oval 41">
            <a:extLst>
              <a:ext uri="{FF2B5EF4-FFF2-40B4-BE49-F238E27FC236}">
                <a16:creationId xmlns:a16="http://schemas.microsoft.com/office/drawing/2014/main" id="{EA38D3A1-793D-4DEB-B082-7AABDB792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1812" y="2313953"/>
            <a:ext cx="215900" cy="202365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82" name="Oval 41">
            <a:extLst>
              <a:ext uri="{FF2B5EF4-FFF2-40B4-BE49-F238E27FC236}">
                <a16:creationId xmlns:a16="http://schemas.microsoft.com/office/drawing/2014/main" id="{7166872A-7F0B-4F61-BF0E-FFDD5D933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9818" y="4300275"/>
            <a:ext cx="215900" cy="228277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78" name="Oval 41">
            <a:extLst>
              <a:ext uri="{FF2B5EF4-FFF2-40B4-BE49-F238E27FC236}">
                <a16:creationId xmlns:a16="http://schemas.microsoft.com/office/drawing/2014/main" id="{F6F03444-0072-4BD4-94F9-16C2419E1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690" y="5960457"/>
            <a:ext cx="215900" cy="228277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210548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>
                <a:solidFill>
                  <a:srgbClr val="000000"/>
                </a:solidFill>
                <a:latin typeface="HY견고딕" panose="02030600000101010101" pitchFamily="18" charset="-127"/>
              </a:rPr>
              <a:t>LMS</a:t>
            </a:r>
          </a:p>
        </p:txBody>
      </p:sp>
      <p:grpSp>
        <p:nvGrpSpPr>
          <p:cNvPr id="2" name="그룹 16"/>
          <p:cNvGrpSpPr/>
          <p:nvPr/>
        </p:nvGrpSpPr>
        <p:grpSpPr>
          <a:xfrm>
            <a:off x="7337425" y="1309688"/>
            <a:ext cx="2501901" cy="1182688"/>
            <a:chOff x="7337425" y="1309688"/>
            <a:chExt cx="2501901" cy="1182688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7425" y="1309688"/>
              <a:ext cx="244475" cy="601663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77" name="Rectangle 6">
              <a:extLst>
                <a:ext uri="{FF2B5EF4-FFF2-40B4-BE49-F238E27FC236}">
                  <a16:creationId xmlns:a16="http://schemas.microsoft.com/office/drawing/2014/main" id="{3119F350-DF5C-4EFA-83F0-11AD6C8FE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7425" y="1912938"/>
              <a:ext cx="24447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7178" name="Rectangle 7">
              <a:extLst>
                <a:ext uri="{FF2B5EF4-FFF2-40B4-BE49-F238E27FC236}">
                  <a16:creationId xmlns:a16="http://schemas.microsoft.com/office/drawing/2014/main" id="{360FBF34-0B33-47A3-BB2A-B3CCD9BDA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3488" y="1912938"/>
              <a:ext cx="2254250" cy="577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7179" name="Line 8">
              <a:extLst>
                <a:ext uri="{FF2B5EF4-FFF2-40B4-BE49-F238E27FC236}">
                  <a16:creationId xmlns:a16="http://schemas.microsoft.com/office/drawing/2014/main" id="{7F7A0ACE-65A5-4EF1-B55A-CC308209EB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3488" y="1309688"/>
              <a:ext cx="0" cy="118110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1912938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1309688"/>
              <a:ext cx="0" cy="118110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39326" y="1309688"/>
              <a:ext cx="0" cy="118110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1309688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4" name="Line 13">
              <a:extLst>
                <a:ext uri="{FF2B5EF4-FFF2-40B4-BE49-F238E27FC236}">
                  <a16:creationId xmlns:a16="http://schemas.microsoft.com/office/drawing/2014/main" id="{C5008E7D-00EB-48EC-B775-A0399F11AB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2492376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690098" y="1556792"/>
            <a:ext cx="18722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chemeClr val="tx2"/>
                </a:solidFill>
              </a:rPr>
              <a:t>주문번호 클릭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62106" y="2132856"/>
            <a:ext cx="1512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tx2"/>
                </a:solidFill>
              </a:rPr>
              <a:t>주문 상세 페이지 </a:t>
            </a:r>
            <a:r>
              <a:rPr lang="ko-KR" altLang="en-US" sz="1000" dirty="0" err="1">
                <a:solidFill>
                  <a:schemeClr val="tx2"/>
                </a:solidFill>
              </a:rPr>
              <a:t>모달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3274" y="1628800"/>
            <a:ext cx="6912768" cy="4458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9418" y="2348880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23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466" y="3789040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320F9D-517A-4541-BA30-107B933D516F}"/>
              </a:ext>
            </a:extLst>
          </p:cNvPr>
          <p:cNvSpPr txBox="1"/>
          <p:nvPr/>
        </p:nvSpPr>
        <p:spPr>
          <a:xfrm>
            <a:off x="4737770" y="880510"/>
            <a:ext cx="13981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solidFill>
                  <a:srgbClr val="000000"/>
                </a:solidFill>
              </a:rPr>
              <a:t>scm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en-US" altLang="ko-KR" dirty="0" err="1">
                <a:solidFill>
                  <a:srgbClr val="000000"/>
                </a:solidFill>
              </a:rPr>
              <a:t>orderinstructionsheet</a:t>
            </a:r>
            <a:endParaRPr lang="ko-KR" alt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>
                <a:solidFill>
                  <a:srgbClr val="000000"/>
                </a:solidFill>
                <a:latin typeface="HY견고딕" panose="02030600000101010101" pitchFamily="18" charset="-127"/>
              </a:rPr>
              <a:t>LMS</a:t>
            </a:r>
          </a:p>
        </p:txBody>
      </p:sp>
      <p:grpSp>
        <p:nvGrpSpPr>
          <p:cNvPr id="2" name="그룹 16"/>
          <p:cNvGrpSpPr/>
          <p:nvPr/>
        </p:nvGrpSpPr>
        <p:grpSpPr>
          <a:xfrm>
            <a:off x="7337425" y="1309688"/>
            <a:ext cx="2501901" cy="1182688"/>
            <a:chOff x="7337425" y="1309688"/>
            <a:chExt cx="2501901" cy="1182688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7425" y="1309688"/>
              <a:ext cx="244475" cy="601663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77" name="Rectangle 6">
              <a:extLst>
                <a:ext uri="{FF2B5EF4-FFF2-40B4-BE49-F238E27FC236}">
                  <a16:creationId xmlns:a16="http://schemas.microsoft.com/office/drawing/2014/main" id="{3119F350-DF5C-4EFA-83F0-11AD6C8FE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7425" y="1912938"/>
              <a:ext cx="24447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7178" name="Rectangle 7">
              <a:extLst>
                <a:ext uri="{FF2B5EF4-FFF2-40B4-BE49-F238E27FC236}">
                  <a16:creationId xmlns:a16="http://schemas.microsoft.com/office/drawing/2014/main" id="{360FBF34-0B33-47A3-BB2A-B3CCD9BDA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3488" y="1912938"/>
              <a:ext cx="2254250" cy="577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7179" name="Line 8">
              <a:extLst>
                <a:ext uri="{FF2B5EF4-FFF2-40B4-BE49-F238E27FC236}">
                  <a16:creationId xmlns:a16="http://schemas.microsoft.com/office/drawing/2014/main" id="{7F7A0ACE-65A5-4EF1-B55A-CC308209EB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3488" y="1309688"/>
              <a:ext cx="0" cy="118110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1912938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1309688"/>
              <a:ext cx="0" cy="118110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39326" y="1309688"/>
              <a:ext cx="0" cy="118110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1309688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4" name="Line 13">
              <a:extLst>
                <a:ext uri="{FF2B5EF4-FFF2-40B4-BE49-F238E27FC236}">
                  <a16:creationId xmlns:a16="http://schemas.microsoft.com/office/drawing/2014/main" id="{C5008E7D-00EB-48EC-B775-A0399F11AB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2492376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690098" y="1484784"/>
            <a:ext cx="2016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accent4"/>
                </a:solidFill>
              </a:rPr>
              <a:t>제품명</a:t>
            </a:r>
            <a:r>
              <a:rPr lang="en-US" altLang="ko-KR" sz="1000" dirty="0">
                <a:solidFill>
                  <a:schemeClr val="accent4"/>
                </a:solidFill>
              </a:rPr>
              <a:t>/</a:t>
            </a:r>
            <a:r>
              <a:rPr lang="ko-KR" altLang="en-US" sz="1000" dirty="0">
                <a:solidFill>
                  <a:schemeClr val="accent4"/>
                </a:solidFill>
              </a:rPr>
              <a:t>발주업체로 검색 가능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4114" y="2060848"/>
            <a:ext cx="16561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solidFill>
                  <a:schemeClr val="accent4"/>
                </a:solidFill>
              </a:rPr>
              <a:t>날짜별</a:t>
            </a:r>
            <a:r>
              <a:rPr lang="ko-KR" altLang="en-US" sz="1000" dirty="0">
                <a:solidFill>
                  <a:schemeClr val="accent4"/>
                </a:solidFill>
              </a:rPr>
              <a:t> 조회가능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7290" y="1772816"/>
            <a:ext cx="6465962" cy="4028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1506" y="2348880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23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7730" y="2420888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F3613-804C-4703-8CA4-155B4F7A35B8}"/>
              </a:ext>
            </a:extLst>
          </p:cNvPr>
          <p:cNvSpPr txBox="1"/>
          <p:nvPr/>
        </p:nvSpPr>
        <p:spPr>
          <a:xfrm>
            <a:off x="4354513" y="841584"/>
            <a:ext cx="18722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olidFill>
                  <a:schemeClr val="tx1"/>
                </a:solidFill>
              </a:rPr>
              <a:t>scm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en-US" altLang="ko-KR" dirty="0" err="1">
                <a:solidFill>
                  <a:schemeClr val="tx1"/>
                </a:solidFill>
              </a:rPr>
              <a:t>purchaseinstructionsheet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>
                <a:solidFill>
                  <a:srgbClr val="000000"/>
                </a:solidFill>
                <a:latin typeface="HY견고딕" panose="02030600000101010101" pitchFamily="18" charset="-127"/>
              </a:rPr>
              <a:t>LMS</a:t>
            </a:r>
          </a:p>
        </p:txBody>
      </p:sp>
      <p:grpSp>
        <p:nvGrpSpPr>
          <p:cNvPr id="2" name="그룹 16"/>
          <p:cNvGrpSpPr/>
          <p:nvPr/>
        </p:nvGrpSpPr>
        <p:grpSpPr>
          <a:xfrm>
            <a:off x="7337425" y="1309688"/>
            <a:ext cx="2501901" cy="1182688"/>
            <a:chOff x="7337425" y="1309688"/>
            <a:chExt cx="2501901" cy="1182688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7425" y="1309688"/>
              <a:ext cx="244475" cy="601663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77" name="Rectangle 6">
              <a:extLst>
                <a:ext uri="{FF2B5EF4-FFF2-40B4-BE49-F238E27FC236}">
                  <a16:creationId xmlns:a16="http://schemas.microsoft.com/office/drawing/2014/main" id="{3119F350-DF5C-4EFA-83F0-11AD6C8FE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7425" y="1912938"/>
              <a:ext cx="24447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7178" name="Rectangle 7">
              <a:extLst>
                <a:ext uri="{FF2B5EF4-FFF2-40B4-BE49-F238E27FC236}">
                  <a16:creationId xmlns:a16="http://schemas.microsoft.com/office/drawing/2014/main" id="{360FBF34-0B33-47A3-BB2A-B3CCD9BDA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3488" y="1912938"/>
              <a:ext cx="2254250" cy="577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7179" name="Line 8">
              <a:extLst>
                <a:ext uri="{FF2B5EF4-FFF2-40B4-BE49-F238E27FC236}">
                  <a16:creationId xmlns:a16="http://schemas.microsoft.com/office/drawing/2014/main" id="{7F7A0ACE-65A5-4EF1-B55A-CC308209EB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3488" y="1309688"/>
              <a:ext cx="0" cy="118110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1912938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1309688"/>
              <a:ext cx="0" cy="118110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39326" y="1309688"/>
              <a:ext cx="0" cy="118110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1309688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4" name="Line 13">
              <a:extLst>
                <a:ext uri="{FF2B5EF4-FFF2-40B4-BE49-F238E27FC236}">
                  <a16:creationId xmlns:a16="http://schemas.microsoft.com/office/drawing/2014/main" id="{C5008E7D-00EB-48EC-B775-A0399F11AB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2492376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690098" y="1412776"/>
            <a:ext cx="1944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accent4"/>
                </a:solidFill>
              </a:rPr>
              <a:t>기업 고객명으로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0098" y="2060848"/>
            <a:ext cx="180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tx2"/>
                </a:solidFill>
              </a:rPr>
              <a:t>기간별 조회</a:t>
            </a:r>
          </a:p>
        </p:txBody>
      </p:sp>
      <p:sp>
        <p:nvSpPr>
          <p:cNvPr id="20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402" y="2492897"/>
            <a:ext cx="216024" cy="72008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pic>
        <p:nvPicPr>
          <p:cNvPr id="21" name="그림 20" descr="반품지시서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9258" y="2204864"/>
            <a:ext cx="7128792" cy="3581400"/>
          </a:xfrm>
          <a:prstGeom prst="rect">
            <a:avLst/>
          </a:prstGeom>
        </p:spPr>
      </p:pic>
      <p:sp>
        <p:nvSpPr>
          <p:cNvPr id="22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9418" y="2780928"/>
            <a:ext cx="216024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24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9738" y="2780928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31BA59-C58D-4581-9E67-D3E0C4763D35}"/>
              </a:ext>
            </a:extLst>
          </p:cNvPr>
          <p:cNvSpPr txBox="1"/>
          <p:nvPr/>
        </p:nvSpPr>
        <p:spPr>
          <a:xfrm>
            <a:off x="4668714" y="856292"/>
            <a:ext cx="1451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solidFill>
                  <a:schemeClr val="tx1"/>
                </a:solidFill>
              </a:rPr>
              <a:t>scm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en-US" altLang="ko-KR" dirty="0" err="1">
                <a:solidFill>
                  <a:schemeClr val="tx1"/>
                </a:solidFill>
              </a:rPr>
              <a:t>refundinstructionsheet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제품 발주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ko-KR" altLang="en-US" dirty="0">
                <a:solidFill>
                  <a:srgbClr val="000000"/>
                </a:solidFill>
              </a:rPr>
              <a:t>반품 </a:t>
            </a:r>
            <a:r>
              <a:rPr lang="en-US" altLang="ko-KR" dirty="0">
                <a:solidFill>
                  <a:srgbClr val="000000"/>
                </a:solidFill>
              </a:rPr>
              <a:t>- </a:t>
            </a:r>
            <a:r>
              <a:rPr lang="ko-KR" altLang="en-US" dirty="0">
                <a:solidFill>
                  <a:srgbClr val="000000"/>
                </a:solidFill>
              </a:rPr>
              <a:t>구매담당자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219" name="Text Box 2">
            <a:extLst>
              <a:ext uri="{FF2B5EF4-FFF2-40B4-BE49-F238E27FC236}">
                <a16:creationId xmlns:a16="http://schemas.microsoft.com/office/drawing/2014/main" id="{0E577DB6-2E58-4E0C-BB38-E721673B9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발주 지시서 목록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240" name="Rectangle 4">
            <a:extLst>
              <a:ext uri="{FF2B5EF4-FFF2-40B4-BE49-F238E27FC236}">
                <a16:creationId xmlns:a16="http://schemas.microsoft.com/office/drawing/2014/main" id="{952216C5-BF66-4097-A6F4-EABCED24D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425" y="1309688"/>
            <a:ext cx="244475" cy="7112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241" name="Rectangle 5">
            <a:extLst>
              <a:ext uri="{FF2B5EF4-FFF2-40B4-BE49-F238E27FC236}">
                <a16:creationId xmlns:a16="http://schemas.microsoft.com/office/drawing/2014/main" id="{302E9E77-DF26-442B-86A1-C812F7639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3488" y="1309688"/>
            <a:ext cx="2254250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Font typeface="맑은 고딕" panose="020B0503020000020004" pitchFamily="34" charset="-127"/>
              <a:buChar char="-"/>
            </a:pPr>
            <a:r>
              <a:rPr lang="ko-KR" altLang="en-US" dirty="0">
                <a:solidFill>
                  <a:srgbClr val="000000"/>
                </a:solidFill>
              </a:rPr>
              <a:t> 협력업체에 발주를 하기 위한 목록</a:t>
            </a:r>
            <a:endParaRPr lang="ko-KR" altLang="ko-KR" dirty="0">
              <a:solidFill>
                <a:srgbClr val="000000"/>
              </a:solidFill>
            </a:endParaRPr>
          </a:p>
          <a:p>
            <a:pPr eaLnBrk="1" hangingPunct="1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ko-KR" altLang="en-US" dirty="0">
                <a:solidFill>
                  <a:srgbClr val="000000"/>
                </a:solidFill>
              </a:rPr>
              <a:t>업체별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r>
              <a:rPr lang="ko-KR" altLang="en-US" dirty="0">
                <a:solidFill>
                  <a:srgbClr val="000000"/>
                </a:solidFill>
              </a:rPr>
              <a:t>제품별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r>
              <a:rPr lang="ko-KR" altLang="en-US" dirty="0">
                <a:solidFill>
                  <a:srgbClr val="000000"/>
                </a:solidFill>
              </a:rPr>
              <a:t>승인여부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r>
              <a:rPr lang="ko-KR" altLang="en-US" dirty="0">
                <a:solidFill>
                  <a:srgbClr val="000000"/>
                </a:solidFill>
              </a:rPr>
              <a:t>검색어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r>
              <a:rPr lang="ko-KR" altLang="en-US" dirty="0">
                <a:solidFill>
                  <a:srgbClr val="000000"/>
                </a:solidFill>
              </a:rPr>
              <a:t>날짜 검색 등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ko-KR" altLang="en-US" dirty="0">
                <a:solidFill>
                  <a:srgbClr val="000000"/>
                </a:solidFill>
              </a:rPr>
              <a:t>검색조건을 통해 검색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9242" name="Rectangle 6">
            <a:extLst>
              <a:ext uri="{FF2B5EF4-FFF2-40B4-BE49-F238E27FC236}">
                <a16:creationId xmlns:a16="http://schemas.microsoft.com/office/drawing/2014/main" id="{B801E4F8-C8B3-450E-BC57-657AF9BE0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425" y="2022476"/>
            <a:ext cx="244475" cy="684213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243" name="Rectangle 7">
            <a:extLst>
              <a:ext uri="{FF2B5EF4-FFF2-40B4-BE49-F238E27FC236}">
                <a16:creationId xmlns:a16="http://schemas.microsoft.com/office/drawing/2014/main" id="{F38D3CDD-4EF2-48CF-8B46-D0047EA52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3488" y="2022476"/>
            <a:ext cx="2254250" cy="68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 - </a:t>
            </a:r>
            <a:r>
              <a:rPr lang="ko-KR" altLang="en-US" dirty="0">
                <a:solidFill>
                  <a:srgbClr val="000000"/>
                </a:solidFill>
              </a:rPr>
              <a:t>모든 발주건의 리스트가 디폴트로 출력</a:t>
            </a:r>
            <a:endParaRPr lang="en-US" altLang="ko-KR" dirty="0">
              <a:solidFill>
                <a:srgbClr val="000000"/>
              </a:solidFill>
            </a:endParaRPr>
          </a:p>
          <a:p>
            <a:pPr marL="171450" indent="-171450" eaLnBrk="1" hangingPunct="1">
              <a:spcBef>
                <a:spcPts val="200"/>
              </a:spcBef>
              <a:buClrTx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</a:rPr>
              <a:t>출력당시 임원승인여부가 출력되고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ko-KR" altLang="en-US" dirty="0">
                <a:solidFill>
                  <a:srgbClr val="000000"/>
                </a:solidFill>
              </a:rPr>
              <a:t>임원승인이 </a:t>
            </a:r>
            <a:r>
              <a:rPr lang="en-US" altLang="ko-KR" dirty="0">
                <a:solidFill>
                  <a:srgbClr val="000000"/>
                </a:solidFill>
              </a:rPr>
              <a:t>Y</a:t>
            </a:r>
            <a:r>
              <a:rPr lang="ko-KR" altLang="en-US" dirty="0">
                <a:solidFill>
                  <a:srgbClr val="000000"/>
                </a:solidFill>
              </a:rPr>
              <a:t>값인 로우만 입금확인 버튼이 활성화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9244" name="Line 8">
            <a:extLst>
              <a:ext uri="{FF2B5EF4-FFF2-40B4-BE49-F238E27FC236}">
                <a16:creationId xmlns:a16="http://schemas.microsoft.com/office/drawing/2014/main" id="{59F6B022-E5FB-4188-9FC2-CB028CA7017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3488" y="1309688"/>
            <a:ext cx="0" cy="139700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5" name="Line 9">
            <a:extLst>
              <a:ext uri="{FF2B5EF4-FFF2-40B4-BE49-F238E27FC236}">
                <a16:creationId xmlns:a16="http://schemas.microsoft.com/office/drawing/2014/main" id="{643AE15C-280F-48D9-AADA-A889EAD8BEC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202247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6" name="Line 10">
            <a:extLst>
              <a:ext uri="{FF2B5EF4-FFF2-40B4-BE49-F238E27FC236}">
                <a16:creationId xmlns:a16="http://schemas.microsoft.com/office/drawing/2014/main" id="{1B82E214-FFF2-4ADF-8036-97ABF28528A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1309688"/>
            <a:ext cx="0" cy="139700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7" name="Line 11">
            <a:extLst>
              <a:ext uri="{FF2B5EF4-FFF2-40B4-BE49-F238E27FC236}">
                <a16:creationId xmlns:a16="http://schemas.microsoft.com/office/drawing/2014/main" id="{57A22713-6291-458F-8D4F-7B2F25CFCE71}"/>
              </a:ext>
            </a:extLst>
          </p:cNvPr>
          <p:cNvSpPr>
            <a:spLocks noChangeShapeType="1"/>
          </p:cNvSpPr>
          <p:nvPr/>
        </p:nvSpPr>
        <p:spPr bwMode="auto">
          <a:xfrm>
            <a:off x="9839326" y="1309688"/>
            <a:ext cx="0" cy="139700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8" name="Line 12">
            <a:extLst>
              <a:ext uri="{FF2B5EF4-FFF2-40B4-BE49-F238E27FC236}">
                <a16:creationId xmlns:a16="http://schemas.microsoft.com/office/drawing/2014/main" id="{15019D8A-8DED-4592-9C7D-478285803B2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1309688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9" name="Line 13">
            <a:extLst>
              <a:ext uri="{FF2B5EF4-FFF2-40B4-BE49-F238E27FC236}">
                <a16:creationId xmlns:a16="http://schemas.microsoft.com/office/drawing/2014/main" id="{84BA3DA3-6506-429E-8848-E3440ACA43A8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270827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21" name="Text Box 14">
            <a:extLst>
              <a:ext uri="{FF2B5EF4-FFF2-40B4-BE49-F238E27FC236}">
                <a16:creationId xmlns:a16="http://schemas.microsoft.com/office/drawing/2014/main" id="{4F9B98B4-F420-47C3-86A9-01F8839BA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05052B06-8723-488A-9DB1-436E0F439BB1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9228" name="Rectangle 16">
              <a:extLst>
                <a:ext uri="{FF2B5EF4-FFF2-40B4-BE49-F238E27FC236}">
                  <a16:creationId xmlns:a16="http://schemas.microsoft.com/office/drawing/2014/main" id="{4FFB2A9E-0E3E-4FCF-9DFB-2495C243E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9229" name="Rectangle 17">
              <a:extLst>
                <a:ext uri="{FF2B5EF4-FFF2-40B4-BE49-F238E27FC236}">
                  <a16:creationId xmlns:a16="http://schemas.microsoft.com/office/drawing/2014/main" id="{E1092D76-F0C5-48CD-997F-5D7C7826A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0" name="Rectangle 18">
              <a:extLst>
                <a:ext uri="{FF2B5EF4-FFF2-40B4-BE49-F238E27FC236}">
                  <a16:creationId xmlns:a16="http://schemas.microsoft.com/office/drawing/2014/main" id="{B60379A7-2870-42F8-BB9E-B247E67EC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1" name="Rectangle 19">
              <a:extLst>
                <a:ext uri="{FF2B5EF4-FFF2-40B4-BE49-F238E27FC236}">
                  <a16:creationId xmlns:a16="http://schemas.microsoft.com/office/drawing/2014/main" id="{CB9B08E7-22D9-4FBA-A159-CE6690D36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2" name="Rectangle 20">
              <a:extLst>
                <a:ext uri="{FF2B5EF4-FFF2-40B4-BE49-F238E27FC236}">
                  <a16:creationId xmlns:a16="http://schemas.microsoft.com/office/drawing/2014/main" id="{86C4735C-368B-4960-B6D6-7C4B0789D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3" name="Line 21">
              <a:extLst>
                <a:ext uri="{FF2B5EF4-FFF2-40B4-BE49-F238E27FC236}">
                  <a16:creationId xmlns:a16="http://schemas.microsoft.com/office/drawing/2014/main" id="{AE499D40-A6D5-4201-898F-713EFB89C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4" name="Line 22">
              <a:extLst>
                <a:ext uri="{FF2B5EF4-FFF2-40B4-BE49-F238E27FC236}">
                  <a16:creationId xmlns:a16="http://schemas.microsoft.com/office/drawing/2014/main" id="{E2E941B6-6013-4E53-A3A5-BE0B68D86C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5" name="Line 23">
              <a:extLst>
                <a:ext uri="{FF2B5EF4-FFF2-40B4-BE49-F238E27FC236}">
                  <a16:creationId xmlns:a16="http://schemas.microsoft.com/office/drawing/2014/main" id="{B544E8C9-8179-4621-A01C-3DAC95848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6" name="Line 24">
              <a:extLst>
                <a:ext uri="{FF2B5EF4-FFF2-40B4-BE49-F238E27FC236}">
                  <a16:creationId xmlns:a16="http://schemas.microsoft.com/office/drawing/2014/main" id="{B461FB42-3A77-484C-9123-B265C01498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7" name="Line 25">
              <a:extLst>
                <a:ext uri="{FF2B5EF4-FFF2-40B4-BE49-F238E27FC236}">
                  <a16:creationId xmlns:a16="http://schemas.microsoft.com/office/drawing/2014/main" id="{5BF831E4-94D2-42F4-BBD6-D852D409EC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8" name="Line 26">
              <a:extLst>
                <a:ext uri="{FF2B5EF4-FFF2-40B4-BE49-F238E27FC236}">
                  <a16:creationId xmlns:a16="http://schemas.microsoft.com/office/drawing/2014/main" id="{205E453D-ACD0-463D-8A6A-17E820E96B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9" name="Line 27">
              <a:extLst>
                <a:ext uri="{FF2B5EF4-FFF2-40B4-BE49-F238E27FC236}">
                  <a16:creationId xmlns:a16="http://schemas.microsoft.com/office/drawing/2014/main" id="{0208E863-3A28-4B92-AA61-16FBBA7E25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9224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963" y="121443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9225" name="Oval 30">
            <a:extLst>
              <a:ext uri="{FF2B5EF4-FFF2-40B4-BE49-F238E27FC236}">
                <a16:creationId xmlns:a16="http://schemas.microsoft.com/office/drawing/2014/main" id="{D70CB454-8B2E-45B1-BD22-EE4B09E52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581" y="2271713"/>
            <a:ext cx="144463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9226" name="Text Box 31">
            <a:extLst>
              <a:ext uri="{FF2B5EF4-FFF2-40B4-BE49-F238E27FC236}">
                <a16:creationId xmlns:a16="http://schemas.microsoft.com/office/drawing/2014/main" id="{1FBECDF9-E41A-47B2-A90C-F9DAC817D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pcm/</a:t>
            </a:r>
            <a:r>
              <a:rPr lang="en-US" altLang="ko-KR" dirty="0" err="1">
                <a:solidFill>
                  <a:srgbClr val="000000"/>
                </a:solidFill>
              </a:rPr>
              <a:t>purchaseOrderList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9227" name="Text Box 32">
            <a:extLst>
              <a:ext uri="{FF2B5EF4-FFF2-40B4-BE49-F238E27FC236}">
                <a16:creationId xmlns:a16="http://schemas.microsoft.com/office/drawing/2014/main" id="{EE993E68-385C-4F2E-8C39-FE9E10E55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>
                <a:solidFill>
                  <a:srgbClr val="000000"/>
                </a:solidFill>
                <a:latin typeface="HY견고딕" panose="02030600000101010101" pitchFamily="18" charset="-127"/>
              </a:rPr>
              <a:t>LMS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C3ABB32-E69C-4AE1-AED8-851A1A0D3D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06" y="1291392"/>
            <a:ext cx="5837007" cy="5105074"/>
          </a:xfrm>
          <a:prstGeom prst="rect">
            <a:avLst/>
          </a:prstGeom>
        </p:spPr>
      </p:pic>
      <p:sp>
        <p:nvSpPr>
          <p:cNvPr id="39" name="Line 9">
            <a:extLst>
              <a:ext uri="{FF2B5EF4-FFF2-40B4-BE49-F238E27FC236}">
                <a16:creationId xmlns:a16="http://schemas.microsoft.com/office/drawing/2014/main" id="{BBC998A5-770C-4775-B836-57D3CC547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5362" y="2720181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49" name="Rectangle 6">
            <a:extLst>
              <a:ext uri="{FF2B5EF4-FFF2-40B4-BE49-F238E27FC236}">
                <a16:creationId xmlns:a16="http://schemas.microsoft.com/office/drawing/2014/main" id="{E2B46FF1-782D-46DE-BC50-AA78279BC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425" y="2723356"/>
            <a:ext cx="244475" cy="684213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029A33BF-4889-433C-BE91-2CD69F68E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088" y="2723356"/>
            <a:ext cx="2254250" cy="68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 - </a:t>
            </a:r>
            <a:r>
              <a:rPr lang="ko-KR" altLang="en-US" dirty="0">
                <a:solidFill>
                  <a:srgbClr val="000000"/>
                </a:solidFill>
              </a:rPr>
              <a:t>클릭한 로우의 정보 </a:t>
            </a:r>
            <a:r>
              <a:rPr lang="ko-KR" altLang="en-US" dirty="0" err="1">
                <a:solidFill>
                  <a:srgbClr val="000000"/>
                </a:solidFill>
              </a:rPr>
              <a:t>모달창</a:t>
            </a:r>
            <a:r>
              <a:rPr lang="ko-KR" altLang="en-US" dirty="0">
                <a:solidFill>
                  <a:srgbClr val="000000"/>
                </a:solidFill>
              </a:rPr>
              <a:t> 출력</a:t>
            </a:r>
            <a:endParaRPr lang="en-US" altLang="ko-KR" dirty="0">
              <a:solidFill>
                <a:srgbClr val="000000"/>
              </a:solidFill>
            </a:endParaRPr>
          </a:p>
          <a:p>
            <a:pPr marL="171450" indent="-171450" eaLnBrk="1" hangingPunct="1">
              <a:spcBef>
                <a:spcPts val="200"/>
              </a:spcBef>
              <a:buClrTx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</a:rPr>
              <a:t>임원승인이 </a:t>
            </a:r>
            <a:r>
              <a:rPr lang="en-US" altLang="ko-KR" dirty="0">
                <a:solidFill>
                  <a:srgbClr val="000000"/>
                </a:solidFill>
              </a:rPr>
              <a:t>Y, </a:t>
            </a:r>
            <a:r>
              <a:rPr lang="ko-KR" altLang="en-US" dirty="0">
                <a:solidFill>
                  <a:srgbClr val="000000"/>
                </a:solidFill>
              </a:rPr>
              <a:t>입금확인 버튼을 누른 로우만 출력이 되고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ko-KR" altLang="en-US" dirty="0">
                <a:solidFill>
                  <a:srgbClr val="000000"/>
                </a:solidFill>
              </a:rPr>
              <a:t>배송 버튼을 클릭 시 </a:t>
            </a:r>
            <a:r>
              <a:rPr lang="en-US" altLang="ko-KR" dirty="0">
                <a:solidFill>
                  <a:srgbClr val="000000"/>
                </a:solidFill>
              </a:rPr>
              <a:t>DB</a:t>
            </a:r>
            <a:r>
              <a:rPr lang="ko-KR" altLang="en-US" dirty="0">
                <a:solidFill>
                  <a:srgbClr val="000000"/>
                </a:solidFill>
              </a:rPr>
              <a:t>변경 후 창 닫기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51" name="Line 9">
            <a:extLst>
              <a:ext uri="{FF2B5EF4-FFF2-40B4-BE49-F238E27FC236}">
                <a16:creationId xmlns:a16="http://schemas.microsoft.com/office/drawing/2014/main" id="{31B7746F-C096-4AF2-8DCB-3191B94ECC6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272335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2" name="Line 13">
            <a:extLst>
              <a:ext uri="{FF2B5EF4-FFF2-40B4-BE49-F238E27FC236}">
                <a16:creationId xmlns:a16="http://schemas.microsoft.com/office/drawing/2014/main" id="{839C2134-C111-4429-B5F6-942BB81AF7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340915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3" name="Line 9">
            <a:extLst>
              <a:ext uri="{FF2B5EF4-FFF2-40B4-BE49-F238E27FC236}">
                <a16:creationId xmlns:a16="http://schemas.microsoft.com/office/drawing/2014/main" id="{22AF7C94-AEA9-451B-9F55-0663D08383B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5362" y="3421061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4" name="Line 8">
            <a:extLst>
              <a:ext uri="{FF2B5EF4-FFF2-40B4-BE49-F238E27FC236}">
                <a16:creationId xmlns:a16="http://schemas.microsoft.com/office/drawing/2014/main" id="{FA7863E2-E33E-4400-BF86-BD803606CDAF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1900" y="2730501"/>
            <a:ext cx="0" cy="661986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5" name="Line 8">
            <a:extLst>
              <a:ext uri="{FF2B5EF4-FFF2-40B4-BE49-F238E27FC236}">
                <a16:creationId xmlns:a16="http://schemas.microsoft.com/office/drawing/2014/main" id="{4817900E-D6AD-4BFD-8397-02602085C6CC}"/>
              </a:ext>
            </a:extLst>
          </p:cNvPr>
          <p:cNvSpPr>
            <a:spLocks noChangeShapeType="1"/>
          </p:cNvSpPr>
          <p:nvPr/>
        </p:nvSpPr>
        <p:spPr bwMode="auto">
          <a:xfrm>
            <a:off x="9837738" y="2706688"/>
            <a:ext cx="0" cy="714373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7" name="Oval 30">
            <a:extLst>
              <a:ext uri="{FF2B5EF4-FFF2-40B4-BE49-F238E27FC236}">
                <a16:creationId xmlns:a16="http://schemas.microsoft.com/office/drawing/2014/main" id="{260D6879-9D03-4AE0-86FD-D948784B4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581" y="3748679"/>
            <a:ext cx="144463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제품 발주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ko-KR" altLang="en-US" dirty="0">
                <a:solidFill>
                  <a:srgbClr val="000000"/>
                </a:solidFill>
              </a:rPr>
              <a:t>반품 </a:t>
            </a:r>
            <a:r>
              <a:rPr lang="en-US" altLang="ko-KR" dirty="0">
                <a:solidFill>
                  <a:srgbClr val="000000"/>
                </a:solidFill>
              </a:rPr>
              <a:t>- </a:t>
            </a:r>
            <a:r>
              <a:rPr lang="ko-KR" altLang="en-US" dirty="0">
                <a:solidFill>
                  <a:srgbClr val="000000"/>
                </a:solidFill>
              </a:rPr>
              <a:t>구매담당자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219" name="Text Box 2">
            <a:extLst>
              <a:ext uri="{FF2B5EF4-FFF2-40B4-BE49-F238E27FC236}">
                <a16:creationId xmlns:a16="http://schemas.microsoft.com/office/drawing/2014/main" id="{0E577DB6-2E58-4E0C-BB38-E721673B9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반품 지시서 목록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240" name="Rectangle 4">
            <a:extLst>
              <a:ext uri="{FF2B5EF4-FFF2-40B4-BE49-F238E27FC236}">
                <a16:creationId xmlns:a16="http://schemas.microsoft.com/office/drawing/2014/main" id="{952216C5-BF66-4097-A6F4-EABCED24D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425" y="1309688"/>
            <a:ext cx="244475" cy="7112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241" name="Rectangle 5">
            <a:extLst>
              <a:ext uri="{FF2B5EF4-FFF2-40B4-BE49-F238E27FC236}">
                <a16:creationId xmlns:a16="http://schemas.microsoft.com/office/drawing/2014/main" id="{302E9E77-DF26-442B-86A1-C812F7639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3488" y="1309688"/>
            <a:ext cx="2254250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Font typeface="맑은 고딕" panose="020B0503020000020004" pitchFamily="34" charset="-127"/>
              <a:buChar char="-"/>
            </a:pPr>
            <a:r>
              <a:rPr lang="ko-KR" altLang="en-US" dirty="0">
                <a:solidFill>
                  <a:srgbClr val="000000"/>
                </a:solidFill>
              </a:rPr>
              <a:t> 반품 목록 조회</a:t>
            </a:r>
            <a:endParaRPr lang="ko-KR" altLang="ko-KR" dirty="0">
              <a:solidFill>
                <a:srgbClr val="000000"/>
              </a:solidFill>
            </a:endParaRPr>
          </a:p>
          <a:p>
            <a:pPr eaLnBrk="1" hangingPunct="1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</a:rPr>
              <a:t> 업체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r>
              <a:rPr lang="ko-KR" altLang="en-US" dirty="0">
                <a:solidFill>
                  <a:srgbClr val="000000"/>
                </a:solidFill>
              </a:rPr>
              <a:t>제품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r>
              <a:rPr lang="ko-KR" altLang="en-US" dirty="0">
                <a:solidFill>
                  <a:srgbClr val="000000"/>
                </a:solidFill>
              </a:rPr>
              <a:t>승인여부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r>
              <a:rPr lang="ko-KR" altLang="en-US" dirty="0">
                <a:solidFill>
                  <a:srgbClr val="000000"/>
                </a:solidFill>
              </a:rPr>
              <a:t>검색어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r>
              <a:rPr lang="ko-KR" altLang="en-US" dirty="0">
                <a:solidFill>
                  <a:srgbClr val="000000"/>
                </a:solidFill>
              </a:rPr>
              <a:t>날짜 검색 등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ko-KR" altLang="en-US" dirty="0">
                <a:solidFill>
                  <a:srgbClr val="000000"/>
                </a:solidFill>
              </a:rPr>
              <a:t>검색조건을 통해 검색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9242" name="Rectangle 6">
            <a:extLst>
              <a:ext uri="{FF2B5EF4-FFF2-40B4-BE49-F238E27FC236}">
                <a16:creationId xmlns:a16="http://schemas.microsoft.com/office/drawing/2014/main" id="{B801E4F8-C8B3-450E-BC57-657AF9BE0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425" y="2022476"/>
            <a:ext cx="244475" cy="684213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243" name="Rectangle 7">
            <a:extLst>
              <a:ext uri="{FF2B5EF4-FFF2-40B4-BE49-F238E27FC236}">
                <a16:creationId xmlns:a16="http://schemas.microsoft.com/office/drawing/2014/main" id="{F38D3CDD-4EF2-48CF-8B46-D0047EA52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3488" y="2022476"/>
            <a:ext cx="2254250" cy="68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 - </a:t>
            </a:r>
            <a:r>
              <a:rPr lang="ko-KR" altLang="en-US" dirty="0">
                <a:solidFill>
                  <a:srgbClr val="000000"/>
                </a:solidFill>
              </a:rPr>
              <a:t>모든 반품 리스트가 디폴트로 출력</a:t>
            </a:r>
            <a:endParaRPr lang="en-US" altLang="ko-KR" dirty="0">
              <a:solidFill>
                <a:srgbClr val="000000"/>
              </a:solidFill>
            </a:endParaRPr>
          </a:p>
          <a:p>
            <a:pPr marL="171450" indent="-171450" eaLnBrk="1" hangingPunct="1">
              <a:spcBef>
                <a:spcPts val="200"/>
              </a:spcBef>
              <a:buClrTx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</a:rPr>
              <a:t>입금확인 버튼을 누르면 </a:t>
            </a:r>
            <a:r>
              <a:rPr lang="en-US" altLang="ko-KR" dirty="0">
                <a:solidFill>
                  <a:srgbClr val="000000"/>
                </a:solidFill>
              </a:rPr>
              <a:t>Y</a:t>
            </a:r>
            <a:r>
              <a:rPr lang="ko-KR" altLang="en-US" dirty="0">
                <a:solidFill>
                  <a:srgbClr val="000000"/>
                </a:solidFill>
              </a:rPr>
              <a:t>값으로 값 변경</a:t>
            </a:r>
          </a:p>
        </p:txBody>
      </p:sp>
      <p:sp>
        <p:nvSpPr>
          <p:cNvPr id="9244" name="Line 8">
            <a:extLst>
              <a:ext uri="{FF2B5EF4-FFF2-40B4-BE49-F238E27FC236}">
                <a16:creationId xmlns:a16="http://schemas.microsoft.com/office/drawing/2014/main" id="{59F6B022-E5FB-4188-9FC2-CB028CA7017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3488" y="1309688"/>
            <a:ext cx="0" cy="139700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5" name="Line 9">
            <a:extLst>
              <a:ext uri="{FF2B5EF4-FFF2-40B4-BE49-F238E27FC236}">
                <a16:creationId xmlns:a16="http://schemas.microsoft.com/office/drawing/2014/main" id="{643AE15C-280F-48D9-AADA-A889EAD8BEC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202247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 dirty="0"/>
          </a:p>
        </p:txBody>
      </p:sp>
      <p:sp>
        <p:nvSpPr>
          <p:cNvPr id="9246" name="Line 10">
            <a:extLst>
              <a:ext uri="{FF2B5EF4-FFF2-40B4-BE49-F238E27FC236}">
                <a16:creationId xmlns:a16="http://schemas.microsoft.com/office/drawing/2014/main" id="{1B82E214-FFF2-4ADF-8036-97ABF28528A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1309688"/>
            <a:ext cx="0" cy="139700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7" name="Line 11">
            <a:extLst>
              <a:ext uri="{FF2B5EF4-FFF2-40B4-BE49-F238E27FC236}">
                <a16:creationId xmlns:a16="http://schemas.microsoft.com/office/drawing/2014/main" id="{57A22713-6291-458F-8D4F-7B2F25CFCE71}"/>
              </a:ext>
            </a:extLst>
          </p:cNvPr>
          <p:cNvSpPr>
            <a:spLocks noChangeShapeType="1"/>
          </p:cNvSpPr>
          <p:nvPr/>
        </p:nvSpPr>
        <p:spPr bwMode="auto">
          <a:xfrm>
            <a:off x="9839326" y="1309688"/>
            <a:ext cx="0" cy="139700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8" name="Line 12">
            <a:extLst>
              <a:ext uri="{FF2B5EF4-FFF2-40B4-BE49-F238E27FC236}">
                <a16:creationId xmlns:a16="http://schemas.microsoft.com/office/drawing/2014/main" id="{15019D8A-8DED-4592-9C7D-478285803B2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1309688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9" name="Line 13">
            <a:extLst>
              <a:ext uri="{FF2B5EF4-FFF2-40B4-BE49-F238E27FC236}">
                <a16:creationId xmlns:a16="http://schemas.microsoft.com/office/drawing/2014/main" id="{84BA3DA3-6506-429E-8848-E3440ACA43A8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270827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21" name="Text Box 14">
            <a:extLst>
              <a:ext uri="{FF2B5EF4-FFF2-40B4-BE49-F238E27FC236}">
                <a16:creationId xmlns:a16="http://schemas.microsoft.com/office/drawing/2014/main" id="{4F9B98B4-F420-47C3-86A9-01F8839BA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05052B06-8723-488A-9DB1-436E0F439BB1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9228" name="Rectangle 16">
              <a:extLst>
                <a:ext uri="{FF2B5EF4-FFF2-40B4-BE49-F238E27FC236}">
                  <a16:creationId xmlns:a16="http://schemas.microsoft.com/office/drawing/2014/main" id="{4FFB2A9E-0E3E-4FCF-9DFB-2495C243E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9229" name="Rectangle 17">
              <a:extLst>
                <a:ext uri="{FF2B5EF4-FFF2-40B4-BE49-F238E27FC236}">
                  <a16:creationId xmlns:a16="http://schemas.microsoft.com/office/drawing/2014/main" id="{E1092D76-F0C5-48CD-997F-5D7C7826A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0" name="Rectangle 18">
              <a:extLst>
                <a:ext uri="{FF2B5EF4-FFF2-40B4-BE49-F238E27FC236}">
                  <a16:creationId xmlns:a16="http://schemas.microsoft.com/office/drawing/2014/main" id="{B60379A7-2870-42F8-BB9E-B247E67EC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1" name="Rectangle 19">
              <a:extLst>
                <a:ext uri="{FF2B5EF4-FFF2-40B4-BE49-F238E27FC236}">
                  <a16:creationId xmlns:a16="http://schemas.microsoft.com/office/drawing/2014/main" id="{CB9B08E7-22D9-4FBA-A159-CE6690D36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2" name="Rectangle 20">
              <a:extLst>
                <a:ext uri="{FF2B5EF4-FFF2-40B4-BE49-F238E27FC236}">
                  <a16:creationId xmlns:a16="http://schemas.microsoft.com/office/drawing/2014/main" id="{86C4735C-368B-4960-B6D6-7C4B0789D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3" name="Line 21">
              <a:extLst>
                <a:ext uri="{FF2B5EF4-FFF2-40B4-BE49-F238E27FC236}">
                  <a16:creationId xmlns:a16="http://schemas.microsoft.com/office/drawing/2014/main" id="{AE499D40-A6D5-4201-898F-713EFB89C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4" name="Line 22">
              <a:extLst>
                <a:ext uri="{FF2B5EF4-FFF2-40B4-BE49-F238E27FC236}">
                  <a16:creationId xmlns:a16="http://schemas.microsoft.com/office/drawing/2014/main" id="{E2E941B6-6013-4E53-A3A5-BE0B68D86C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5" name="Line 23">
              <a:extLst>
                <a:ext uri="{FF2B5EF4-FFF2-40B4-BE49-F238E27FC236}">
                  <a16:creationId xmlns:a16="http://schemas.microsoft.com/office/drawing/2014/main" id="{B544E8C9-8179-4621-A01C-3DAC95848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6" name="Line 24">
              <a:extLst>
                <a:ext uri="{FF2B5EF4-FFF2-40B4-BE49-F238E27FC236}">
                  <a16:creationId xmlns:a16="http://schemas.microsoft.com/office/drawing/2014/main" id="{B461FB42-3A77-484C-9123-B265C01498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7" name="Line 25">
              <a:extLst>
                <a:ext uri="{FF2B5EF4-FFF2-40B4-BE49-F238E27FC236}">
                  <a16:creationId xmlns:a16="http://schemas.microsoft.com/office/drawing/2014/main" id="{5BF831E4-94D2-42F4-BBD6-D852D409EC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8" name="Line 26">
              <a:extLst>
                <a:ext uri="{FF2B5EF4-FFF2-40B4-BE49-F238E27FC236}">
                  <a16:creationId xmlns:a16="http://schemas.microsoft.com/office/drawing/2014/main" id="{205E453D-ACD0-463D-8A6A-17E820E96B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9" name="Line 27">
              <a:extLst>
                <a:ext uri="{FF2B5EF4-FFF2-40B4-BE49-F238E27FC236}">
                  <a16:creationId xmlns:a16="http://schemas.microsoft.com/office/drawing/2014/main" id="{0208E863-3A28-4B92-AA61-16FBBA7E25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9224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963" y="121443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9225" name="Oval 30">
            <a:extLst>
              <a:ext uri="{FF2B5EF4-FFF2-40B4-BE49-F238E27FC236}">
                <a16:creationId xmlns:a16="http://schemas.microsoft.com/office/drawing/2014/main" id="{D70CB454-8B2E-45B1-BD22-EE4B09E52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963" y="2243753"/>
            <a:ext cx="144463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9226" name="Text Box 31">
            <a:extLst>
              <a:ext uri="{FF2B5EF4-FFF2-40B4-BE49-F238E27FC236}">
                <a16:creationId xmlns:a16="http://schemas.microsoft.com/office/drawing/2014/main" id="{1FBECDF9-E41A-47B2-A90C-F9DAC817D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pcm/ </a:t>
            </a:r>
            <a:r>
              <a:rPr lang="en-US" altLang="ko-KR" dirty="0" err="1">
                <a:solidFill>
                  <a:srgbClr val="000000"/>
                </a:solidFill>
              </a:rPr>
              <a:t>returnOrderList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9227" name="Text Box 32">
            <a:extLst>
              <a:ext uri="{FF2B5EF4-FFF2-40B4-BE49-F238E27FC236}">
                <a16:creationId xmlns:a16="http://schemas.microsoft.com/office/drawing/2014/main" id="{EE993E68-385C-4F2E-8C39-FE9E10E55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>
                <a:solidFill>
                  <a:srgbClr val="000000"/>
                </a:solidFill>
                <a:latin typeface="HY견고딕" panose="02030600000101010101" pitchFamily="18" charset="-127"/>
              </a:rPr>
              <a:t>LMS</a:t>
            </a:r>
          </a:p>
        </p:txBody>
      </p:sp>
      <p:sp>
        <p:nvSpPr>
          <p:cNvPr id="39" name="Line 9">
            <a:extLst>
              <a:ext uri="{FF2B5EF4-FFF2-40B4-BE49-F238E27FC236}">
                <a16:creationId xmlns:a16="http://schemas.microsoft.com/office/drawing/2014/main" id="{BBC998A5-770C-4775-B836-57D3CC547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5362" y="2720181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49" name="Rectangle 6">
            <a:extLst>
              <a:ext uri="{FF2B5EF4-FFF2-40B4-BE49-F238E27FC236}">
                <a16:creationId xmlns:a16="http://schemas.microsoft.com/office/drawing/2014/main" id="{E2B46FF1-782D-46DE-BC50-AA78279BC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425" y="2723356"/>
            <a:ext cx="244475" cy="684213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029A33BF-4889-433C-BE91-2CD69F68E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088" y="2723356"/>
            <a:ext cx="2254250" cy="68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 - </a:t>
            </a:r>
            <a:r>
              <a:rPr lang="ko-KR" altLang="en-US" dirty="0">
                <a:solidFill>
                  <a:srgbClr val="000000"/>
                </a:solidFill>
              </a:rPr>
              <a:t>클릭한 로우의 정보 </a:t>
            </a:r>
            <a:r>
              <a:rPr lang="ko-KR" altLang="en-US" dirty="0" err="1">
                <a:solidFill>
                  <a:srgbClr val="000000"/>
                </a:solidFill>
              </a:rPr>
              <a:t>모달창</a:t>
            </a:r>
            <a:r>
              <a:rPr lang="ko-KR" altLang="en-US" dirty="0">
                <a:solidFill>
                  <a:srgbClr val="000000"/>
                </a:solidFill>
              </a:rPr>
              <a:t> 출력</a:t>
            </a:r>
            <a:endParaRPr lang="en-US" altLang="ko-KR" dirty="0">
              <a:solidFill>
                <a:srgbClr val="000000"/>
              </a:solidFill>
            </a:endParaRPr>
          </a:p>
          <a:p>
            <a:pPr marL="171450" indent="-171450" eaLnBrk="1" hangingPunct="1">
              <a:spcBef>
                <a:spcPts val="200"/>
              </a:spcBef>
              <a:buClrTx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</a:rPr>
              <a:t>로우의 정보가 출력되고 입금확인이 </a:t>
            </a:r>
            <a:r>
              <a:rPr lang="en-US" altLang="ko-KR" dirty="0">
                <a:solidFill>
                  <a:srgbClr val="000000"/>
                </a:solidFill>
              </a:rPr>
              <a:t>Y</a:t>
            </a:r>
            <a:r>
              <a:rPr lang="ko-KR" altLang="en-US" dirty="0">
                <a:solidFill>
                  <a:srgbClr val="000000"/>
                </a:solidFill>
              </a:rPr>
              <a:t>값이고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ko-KR" altLang="en-US" dirty="0">
                <a:solidFill>
                  <a:srgbClr val="000000"/>
                </a:solidFill>
              </a:rPr>
              <a:t>반품 버튼을 </a:t>
            </a:r>
            <a:r>
              <a:rPr lang="ko-KR" altLang="en-US" dirty="0" err="1">
                <a:solidFill>
                  <a:srgbClr val="000000"/>
                </a:solidFill>
              </a:rPr>
              <a:t>클릭시</a:t>
            </a:r>
            <a:r>
              <a:rPr lang="ko-KR" altLang="en-US" dirty="0">
                <a:solidFill>
                  <a:srgbClr val="000000"/>
                </a:solidFill>
              </a:rPr>
              <a:t> </a:t>
            </a:r>
            <a:r>
              <a:rPr lang="en-US" altLang="ko-KR" dirty="0">
                <a:solidFill>
                  <a:srgbClr val="000000"/>
                </a:solidFill>
              </a:rPr>
              <a:t>DB </a:t>
            </a:r>
            <a:r>
              <a:rPr lang="ko-KR" altLang="en-US" dirty="0">
                <a:solidFill>
                  <a:srgbClr val="000000"/>
                </a:solidFill>
              </a:rPr>
              <a:t>추가되고 창 닫기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51" name="Line 9">
            <a:extLst>
              <a:ext uri="{FF2B5EF4-FFF2-40B4-BE49-F238E27FC236}">
                <a16:creationId xmlns:a16="http://schemas.microsoft.com/office/drawing/2014/main" id="{31B7746F-C096-4AF2-8DCB-3191B94ECC6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272335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2" name="Line 13">
            <a:extLst>
              <a:ext uri="{FF2B5EF4-FFF2-40B4-BE49-F238E27FC236}">
                <a16:creationId xmlns:a16="http://schemas.microsoft.com/office/drawing/2014/main" id="{839C2134-C111-4429-B5F6-942BB81AF7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340915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3" name="Line 9">
            <a:extLst>
              <a:ext uri="{FF2B5EF4-FFF2-40B4-BE49-F238E27FC236}">
                <a16:creationId xmlns:a16="http://schemas.microsoft.com/office/drawing/2014/main" id="{22AF7C94-AEA9-451B-9F55-0663D08383B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5362" y="3421061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4" name="Line 8">
            <a:extLst>
              <a:ext uri="{FF2B5EF4-FFF2-40B4-BE49-F238E27FC236}">
                <a16:creationId xmlns:a16="http://schemas.microsoft.com/office/drawing/2014/main" id="{FA7863E2-E33E-4400-BF86-BD803606CDAF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1900" y="2730501"/>
            <a:ext cx="0" cy="661986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5" name="Line 8">
            <a:extLst>
              <a:ext uri="{FF2B5EF4-FFF2-40B4-BE49-F238E27FC236}">
                <a16:creationId xmlns:a16="http://schemas.microsoft.com/office/drawing/2014/main" id="{4817900E-D6AD-4BFD-8397-02602085C6CC}"/>
              </a:ext>
            </a:extLst>
          </p:cNvPr>
          <p:cNvSpPr>
            <a:spLocks noChangeShapeType="1"/>
          </p:cNvSpPr>
          <p:nvPr/>
        </p:nvSpPr>
        <p:spPr bwMode="auto">
          <a:xfrm>
            <a:off x="9837738" y="2706688"/>
            <a:ext cx="0" cy="714373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7" name="Oval 30">
            <a:extLst>
              <a:ext uri="{FF2B5EF4-FFF2-40B4-BE49-F238E27FC236}">
                <a16:creationId xmlns:a16="http://schemas.microsoft.com/office/drawing/2014/main" id="{260D6879-9D03-4AE0-86FD-D948784B4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963" y="3942710"/>
            <a:ext cx="144463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5617680-27C4-4183-863D-B175E4D41B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274" y="1139692"/>
            <a:ext cx="5308383" cy="524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0686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발주 지시서 목록 </a:t>
            </a:r>
            <a:r>
              <a:rPr lang="en-US" altLang="ko-KR" dirty="0">
                <a:solidFill>
                  <a:srgbClr val="000000"/>
                </a:solidFill>
              </a:rPr>
              <a:t>- </a:t>
            </a:r>
            <a:r>
              <a:rPr lang="ko-KR" altLang="en-US" dirty="0">
                <a:solidFill>
                  <a:srgbClr val="000000"/>
                </a:solidFill>
              </a:rPr>
              <a:t>배송담당자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219" name="Text Box 2">
            <a:extLst>
              <a:ext uri="{FF2B5EF4-FFF2-40B4-BE49-F238E27FC236}">
                <a16:creationId xmlns:a16="http://schemas.microsoft.com/office/drawing/2014/main" id="{0E577DB6-2E58-4E0C-BB38-E721673B9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발주 지시서 목록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240" name="Rectangle 4">
            <a:extLst>
              <a:ext uri="{FF2B5EF4-FFF2-40B4-BE49-F238E27FC236}">
                <a16:creationId xmlns:a16="http://schemas.microsoft.com/office/drawing/2014/main" id="{952216C5-BF66-4097-A6F4-EABCED24D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425" y="1309688"/>
            <a:ext cx="244475" cy="7112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241" name="Rectangle 5">
            <a:extLst>
              <a:ext uri="{FF2B5EF4-FFF2-40B4-BE49-F238E27FC236}">
                <a16:creationId xmlns:a16="http://schemas.microsoft.com/office/drawing/2014/main" id="{302E9E77-DF26-442B-86A1-C812F7639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3488" y="1309688"/>
            <a:ext cx="2254250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Font typeface="맑은 고딕" panose="020B0503020000020004" pitchFamily="34" charset="-127"/>
              <a:buChar char="-"/>
            </a:pPr>
            <a:r>
              <a:rPr lang="ko-KR" altLang="en-US" dirty="0">
                <a:solidFill>
                  <a:srgbClr val="000000"/>
                </a:solidFill>
              </a:rPr>
              <a:t> 배송 목록 조회</a:t>
            </a:r>
            <a:endParaRPr lang="ko-KR" altLang="ko-KR" dirty="0">
              <a:solidFill>
                <a:srgbClr val="000000"/>
              </a:solidFill>
            </a:endParaRPr>
          </a:p>
          <a:p>
            <a:pPr eaLnBrk="1" hangingPunct="1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</a:rPr>
              <a:t> 검색어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r>
              <a:rPr lang="ko-KR" altLang="en-US" dirty="0">
                <a:solidFill>
                  <a:srgbClr val="000000"/>
                </a:solidFill>
              </a:rPr>
              <a:t>날짜 검색 등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ko-KR" altLang="en-US" dirty="0">
                <a:solidFill>
                  <a:srgbClr val="000000"/>
                </a:solidFill>
              </a:rPr>
              <a:t>검색조건을 통해 검색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9242" name="Rectangle 6">
            <a:extLst>
              <a:ext uri="{FF2B5EF4-FFF2-40B4-BE49-F238E27FC236}">
                <a16:creationId xmlns:a16="http://schemas.microsoft.com/office/drawing/2014/main" id="{B801E4F8-C8B3-450E-BC57-657AF9BE0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425" y="2022476"/>
            <a:ext cx="244475" cy="684213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243" name="Rectangle 7">
            <a:extLst>
              <a:ext uri="{FF2B5EF4-FFF2-40B4-BE49-F238E27FC236}">
                <a16:creationId xmlns:a16="http://schemas.microsoft.com/office/drawing/2014/main" id="{F38D3CDD-4EF2-48CF-8B46-D0047EA52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3488" y="2022476"/>
            <a:ext cx="2254250" cy="68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 - </a:t>
            </a:r>
            <a:r>
              <a:rPr lang="ko-KR" altLang="en-US" dirty="0">
                <a:solidFill>
                  <a:srgbClr val="000000"/>
                </a:solidFill>
              </a:rPr>
              <a:t>모든 배송 리스트가 디폴트로 출력</a:t>
            </a:r>
          </a:p>
        </p:txBody>
      </p:sp>
      <p:sp>
        <p:nvSpPr>
          <p:cNvPr id="9244" name="Line 8">
            <a:extLst>
              <a:ext uri="{FF2B5EF4-FFF2-40B4-BE49-F238E27FC236}">
                <a16:creationId xmlns:a16="http://schemas.microsoft.com/office/drawing/2014/main" id="{59F6B022-E5FB-4188-9FC2-CB028CA7017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3488" y="1309688"/>
            <a:ext cx="0" cy="139700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5" name="Line 9">
            <a:extLst>
              <a:ext uri="{FF2B5EF4-FFF2-40B4-BE49-F238E27FC236}">
                <a16:creationId xmlns:a16="http://schemas.microsoft.com/office/drawing/2014/main" id="{643AE15C-280F-48D9-AADA-A889EAD8BEC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202247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6" name="Line 10">
            <a:extLst>
              <a:ext uri="{FF2B5EF4-FFF2-40B4-BE49-F238E27FC236}">
                <a16:creationId xmlns:a16="http://schemas.microsoft.com/office/drawing/2014/main" id="{1B82E214-FFF2-4ADF-8036-97ABF28528A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1309688"/>
            <a:ext cx="0" cy="139700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7" name="Line 11">
            <a:extLst>
              <a:ext uri="{FF2B5EF4-FFF2-40B4-BE49-F238E27FC236}">
                <a16:creationId xmlns:a16="http://schemas.microsoft.com/office/drawing/2014/main" id="{57A22713-6291-458F-8D4F-7B2F25CFCE71}"/>
              </a:ext>
            </a:extLst>
          </p:cNvPr>
          <p:cNvSpPr>
            <a:spLocks noChangeShapeType="1"/>
          </p:cNvSpPr>
          <p:nvPr/>
        </p:nvSpPr>
        <p:spPr bwMode="auto">
          <a:xfrm>
            <a:off x="9839326" y="1309688"/>
            <a:ext cx="0" cy="139700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8" name="Line 12">
            <a:extLst>
              <a:ext uri="{FF2B5EF4-FFF2-40B4-BE49-F238E27FC236}">
                <a16:creationId xmlns:a16="http://schemas.microsoft.com/office/drawing/2014/main" id="{15019D8A-8DED-4592-9C7D-478285803B2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1309688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9" name="Line 13">
            <a:extLst>
              <a:ext uri="{FF2B5EF4-FFF2-40B4-BE49-F238E27FC236}">
                <a16:creationId xmlns:a16="http://schemas.microsoft.com/office/drawing/2014/main" id="{84BA3DA3-6506-429E-8848-E3440ACA43A8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270827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21" name="Text Box 14">
            <a:extLst>
              <a:ext uri="{FF2B5EF4-FFF2-40B4-BE49-F238E27FC236}">
                <a16:creationId xmlns:a16="http://schemas.microsoft.com/office/drawing/2014/main" id="{4F9B98B4-F420-47C3-86A9-01F8839BA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05052B06-8723-488A-9DB1-436E0F439BB1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9228" name="Rectangle 16">
              <a:extLst>
                <a:ext uri="{FF2B5EF4-FFF2-40B4-BE49-F238E27FC236}">
                  <a16:creationId xmlns:a16="http://schemas.microsoft.com/office/drawing/2014/main" id="{4FFB2A9E-0E3E-4FCF-9DFB-2495C243E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9229" name="Rectangle 17">
              <a:extLst>
                <a:ext uri="{FF2B5EF4-FFF2-40B4-BE49-F238E27FC236}">
                  <a16:creationId xmlns:a16="http://schemas.microsoft.com/office/drawing/2014/main" id="{E1092D76-F0C5-48CD-997F-5D7C7826A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0" name="Rectangle 18">
              <a:extLst>
                <a:ext uri="{FF2B5EF4-FFF2-40B4-BE49-F238E27FC236}">
                  <a16:creationId xmlns:a16="http://schemas.microsoft.com/office/drawing/2014/main" id="{B60379A7-2870-42F8-BB9E-B247E67EC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1" name="Rectangle 19">
              <a:extLst>
                <a:ext uri="{FF2B5EF4-FFF2-40B4-BE49-F238E27FC236}">
                  <a16:creationId xmlns:a16="http://schemas.microsoft.com/office/drawing/2014/main" id="{CB9B08E7-22D9-4FBA-A159-CE6690D36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2" name="Rectangle 20">
              <a:extLst>
                <a:ext uri="{FF2B5EF4-FFF2-40B4-BE49-F238E27FC236}">
                  <a16:creationId xmlns:a16="http://schemas.microsoft.com/office/drawing/2014/main" id="{86C4735C-368B-4960-B6D6-7C4B0789D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3" name="Line 21">
              <a:extLst>
                <a:ext uri="{FF2B5EF4-FFF2-40B4-BE49-F238E27FC236}">
                  <a16:creationId xmlns:a16="http://schemas.microsoft.com/office/drawing/2014/main" id="{AE499D40-A6D5-4201-898F-713EFB89C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4" name="Line 22">
              <a:extLst>
                <a:ext uri="{FF2B5EF4-FFF2-40B4-BE49-F238E27FC236}">
                  <a16:creationId xmlns:a16="http://schemas.microsoft.com/office/drawing/2014/main" id="{E2E941B6-6013-4E53-A3A5-BE0B68D86C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5" name="Line 23">
              <a:extLst>
                <a:ext uri="{FF2B5EF4-FFF2-40B4-BE49-F238E27FC236}">
                  <a16:creationId xmlns:a16="http://schemas.microsoft.com/office/drawing/2014/main" id="{B544E8C9-8179-4621-A01C-3DAC95848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6" name="Line 24">
              <a:extLst>
                <a:ext uri="{FF2B5EF4-FFF2-40B4-BE49-F238E27FC236}">
                  <a16:creationId xmlns:a16="http://schemas.microsoft.com/office/drawing/2014/main" id="{B461FB42-3A77-484C-9123-B265C01498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7" name="Line 25">
              <a:extLst>
                <a:ext uri="{FF2B5EF4-FFF2-40B4-BE49-F238E27FC236}">
                  <a16:creationId xmlns:a16="http://schemas.microsoft.com/office/drawing/2014/main" id="{5BF831E4-94D2-42F4-BBD6-D852D409EC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8" name="Line 26">
              <a:extLst>
                <a:ext uri="{FF2B5EF4-FFF2-40B4-BE49-F238E27FC236}">
                  <a16:creationId xmlns:a16="http://schemas.microsoft.com/office/drawing/2014/main" id="{205E453D-ACD0-463D-8A6A-17E820E96B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9" name="Line 27">
              <a:extLst>
                <a:ext uri="{FF2B5EF4-FFF2-40B4-BE49-F238E27FC236}">
                  <a16:creationId xmlns:a16="http://schemas.microsoft.com/office/drawing/2014/main" id="{0208E863-3A28-4B92-AA61-16FBBA7E25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9224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963" y="121443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9225" name="Oval 30">
            <a:extLst>
              <a:ext uri="{FF2B5EF4-FFF2-40B4-BE49-F238E27FC236}">
                <a16:creationId xmlns:a16="http://schemas.microsoft.com/office/drawing/2014/main" id="{D70CB454-8B2E-45B1-BD22-EE4B09E52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375" y="2373710"/>
            <a:ext cx="144463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9226" name="Text Box 31">
            <a:extLst>
              <a:ext uri="{FF2B5EF4-FFF2-40B4-BE49-F238E27FC236}">
                <a16:creationId xmlns:a16="http://schemas.microsoft.com/office/drawing/2014/main" id="{1FBECDF9-E41A-47B2-A90C-F9DAC817D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dlm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en-US" altLang="ko-KR" dirty="0" err="1">
                <a:solidFill>
                  <a:srgbClr val="000000"/>
                </a:solidFill>
              </a:rPr>
              <a:t>purchaseList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9227" name="Text Box 32">
            <a:extLst>
              <a:ext uri="{FF2B5EF4-FFF2-40B4-BE49-F238E27FC236}">
                <a16:creationId xmlns:a16="http://schemas.microsoft.com/office/drawing/2014/main" id="{EE993E68-385C-4F2E-8C39-FE9E10E55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>
                <a:solidFill>
                  <a:srgbClr val="000000"/>
                </a:solidFill>
                <a:latin typeface="HY견고딕" panose="02030600000101010101" pitchFamily="18" charset="-127"/>
              </a:rPr>
              <a:t>LMS</a:t>
            </a:r>
          </a:p>
        </p:txBody>
      </p:sp>
      <p:sp>
        <p:nvSpPr>
          <p:cNvPr id="39" name="Line 9">
            <a:extLst>
              <a:ext uri="{FF2B5EF4-FFF2-40B4-BE49-F238E27FC236}">
                <a16:creationId xmlns:a16="http://schemas.microsoft.com/office/drawing/2014/main" id="{BBC998A5-770C-4775-B836-57D3CC547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5362" y="2720181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49" name="Rectangle 6">
            <a:extLst>
              <a:ext uri="{FF2B5EF4-FFF2-40B4-BE49-F238E27FC236}">
                <a16:creationId xmlns:a16="http://schemas.microsoft.com/office/drawing/2014/main" id="{E2B46FF1-782D-46DE-BC50-AA78279BC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425" y="2723356"/>
            <a:ext cx="244475" cy="684213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029A33BF-4889-433C-BE91-2CD69F68E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088" y="2723356"/>
            <a:ext cx="2254250" cy="68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 - </a:t>
            </a:r>
            <a:r>
              <a:rPr lang="ko-KR" altLang="en-US" dirty="0">
                <a:solidFill>
                  <a:srgbClr val="000000"/>
                </a:solidFill>
              </a:rPr>
              <a:t>클릭한 로우의 정보 </a:t>
            </a:r>
            <a:r>
              <a:rPr lang="ko-KR" altLang="en-US" dirty="0" err="1">
                <a:solidFill>
                  <a:srgbClr val="000000"/>
                </a:solidFill>
              </a:rPr>
              <a:t>모달창</a:t>
            </a:r>
            <a:r>
              <a:rPr lang="ko-KR" altLang="en-US" dirty="0">
                <a:solidFill>
                  <a:srgbClr val="000000"/>
                </a:solidFill>
              </a:rPr>
              <a:t> 출력</a:t>
            </a:r>
            <a:endParaRPr lang="en-US" altLang="ko-KR" dirty="0">
              <a:solidFill>
                <a:srgbClr val="000000"/>
              </a:solidFill>
            </a:endParaRPr>
          </a:p>
          <a:p>
            <a:pPr marL="171450" indent="-171450" eaLnBrk="1" hangingPunct="1">
              <a:spcBef>
                <a:spcPts val="200"/>
              </a:spcBef>
              <a:buClrTx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</a:rPr>
              <a:t>로우의 정보가 출력되고 배송완료 버튼을 </a:t>
            </a:r>
            <a:r>
              <a:rPr lang="ko-KR" altLang="en-US" dirty="0" err="1">
                <a:solidFill>
                  <a:srgbClr val="000000"/>
                </a:solidFill>
              </a:rPr>
              <a:t>누를시</a:t>
            </a:r>
            <a:r>
              <a:rPr lang="ko-KR" altLang="en-US" dirty="0">
                <a:solidFill>
                  <a:srgbClr val="000000"/>
                </a:solidFill>
              </a:rPr>
              <a:t> 배송상태 변경 후 창 닫기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51" name="Line 9">
            <a:extLst>
              <a:ext uri="{FF2B5EF4-FFF2-40B4-BE49-F238E27FC236}">
                <a16:creationId xmlns:a16="http://schemas.microsoft.com/office/drawing/2014/main" id="{31B7746F-C096-4AF2-8DCB-3191B94ECC6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272335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2" name="Line 13">
            <a:extLst>
              <a:ext uri="{FF2B5EF4-FFF2-40B4-BE49-F238E27FC236}">
                <a16:creationId xmlns:a16="http://schemas.microsoft.com/office/drawing/2014/main" id="{839C2134-C111-4429-B5F6-942BB81AF7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340915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3" name="Line 9">
            <a:extLst>
              <a:ext uri="{FF2B5EF4-FFF2-40B4-BE49-F238E27FC236}">
                <a16:creationId xmlns:a16="http://schemas.microsoft.com/office/drawing/2014/main" id="{22AF7C94-AEA9-451B-9F55-0663D08383B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5362" y="3421061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4" name="Line 8">
            <a:extLst>
              <a:ext uri="{FF2B5EF4-FFF2-40B4-BE49-F238E27FC236}">
                <a16:creationId xmlns:a16="http://schemas.microsoft.com/office/drawing/2014/main" id="{FA7863E2-E33E-4400-BF86-BD803606CDAF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1900" y="2730501"/>
            <a:ext cx="0" cy="661986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5" name="Line 8">
            <a:extLst>
              <a:ext uri="{FF2B5EF4-FFF2-40B4-BE49-F238E27FC236}">
                <a16:creationId xmlns:a16="http://schemas.microsoft.com/office/drawing/2014/main" id="{4817900E-D6AD-4BFD-8397-02602085C6CC}"/>
              </a:ext>
            </a:extLst>
          </p:cNvPr>
          <p:cNvSpPr>
            <a:spLocks noChangeShapeType="1"/>
          </p:cNvSpPr>
          <p:nvPr/>
        </p:nvSpPr>
        <p:spPr bwMode="auto">
          <a:xfrm>
            <a:off x="9837738" y="2706688"/>
            <a:ext cx="0" cy="714373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7" name="Oval 30">
            <a:extLst>
              <a:ext uri="{FF2B5EF4-FFF2-40B4-BE49-F238E27FC236}">
                <a16:creationId xmlns:a16="http://schemas.microsoft.com/office/drawing/2014/main" id="{260D6879-9D03-4AE0-86FD-D948784B4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375" y="4072667"/>
            <a:ext cx="144463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AA62C13-6455-439D-8075-4E2B2434BF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09" y="1147763"/>
            <a:ext cx="5836227" cy="441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5412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검색 기능 구현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 - </a:t>
            </a:r>
            <a:r>
              <a:rPr lang="en-US" altLang="ko-KR" dirty="0" err="1">
                <a:solidFill>
                  <a:schemeClr val="tx1"/>
                </a:solidFill>
              </a:rPr>
              <a:t>ComboBox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에서 전체 선택 시 전체조회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618090" y="195836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리스트 조회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반품 지시서 전체 목록을 조회하며 값이 </a:t>
            </a:r>
            <a:r>
              <a:rPr lang="en-US" altLang="ko-KR" dirty="0">
                <a:solidFill>
                  <a:schemeClr val="tx1"/>
                </a:solidFill>
              </a:rPr>
              <a:t>5</a:t>
            </a:r>
            <a:r>
              <a:rPr lang="ko-KR" altLang="en-US" dirty="0">
                <a:solidFill>
                  <a:schemeClr val="tx1"/>
                </a:solidFill>
              </a:rPr>
              <a:t>개를 초과할 시 한 페이지 당 </a:t>
            </a:r>
            <a:r>
              <a:rPr lang="en-US" altLang="ko-KR" dirty="0">
                <a:solidFill>
                  <a:schemeClr val="tx1"/>
                </a:solidFill>
              </a:rPr>
              <a:t>5</a:t>
            </a:r>
            <a:r>
              <a:rPr lang="ko-KR" altLang="en-US" dirty="0">
                <a:solidFill>
                  <a:schemeClr val="tx1"/>
                </a:solidFill>
              </a:rPr>
              <a:t>개씩 출력 및 </a:t>
            </a:r>
            <a:r>
              <a:rPr lang="ko-KR" altLang="en-US" dirty="0" err="1">
                <a:solidFill>
                  <a:schemeClr val="tx1"/>
                </a:solidFill>
              </a:rPr>
              <a:t>페이징</a:t>
            </a:r>
            <a:r>
              <a:rPr lang="ko-KR" altLang="en-US" dirty="0">
                <a:solidFill>
                  <a:schemeClr val="tx1"/>
                </a:solidFill>
              </a:rPr>
              <a:t> 처리</a:t>
            </a:r>
          </a:p>
        </p:txBody>
      </p:sp>
      <p:sp>
        <p:nvSpPr>
          <p:cNvPr id="79" name="직사각형 78"/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Sub Grid </a:t>
            </a:r>
            <a:r>
              <a:rPr lang="ko-KR" altLang="en-US" dirty="0">
                <a:solidFill>
                  <a:schemeClr val="tx1"/>
                </a:solidFill>
              </a:rPr>
              <a:t>구현</a:t>
            </a:r>
            <a:r>
              <a:rPr lang="en-US" altLang="ko-KR" dirty="0">
                <a:solidFill>
                  <a:schemeClr val="tx1"/>
                </a:solidFill>
              </a:rPr>
              <a:t>, Main Grid </a:t>
            </a:r>
            <a:r>
              <a:rPr lang="ko-KR" altLang="en-US" dirty="0">
                <a:solidFill>
                  <a:schemeClr val="tx1"/>
                </a:solidFill>
              </a:rPr>
              <a:t>에서 </a:t>
            </a:r>
            <a:r>
              <a:rPr lang="en-US" altLang="ko-KR" dirty="0">
                <a:solidFill>
                  <a:schemeClr val="tx1"/>
                </a:solidFill>
              </a:rPr>
              <a:t>No. </a:t>
            </a:r>
            <a:r>
              <a:rPr lang="ko-KR" altLang="en-US" dirty="0">
                <a:solidFill>
                  <a:schemeClr val="tx1"/>
                </a:solidFill>
              </a:rPr>
              <a:t>를 기준으로 값 선택 시 상세내역 출력</a:t>
            </a:r>
          </a:p>
        </p:txBody>
      </p:sp>
      <p:sp>
        <p:nvSpPr>
          <p:cNvPr id="83" name="직사각형 82"/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재고 처리 버튼 클릭 시  </a:t>
            </a:r>
            <a:r>
              <a:rPr lang="en-US" altLang="ko-KR" dirty="0">
                <a:solidFill>
                  <a:schemeClr val="tx1"/>
                </a:solidFill>
              </a:rPr>
              <a:t>Alert </a:t>
            </a:r>
            <a:r>
              <a:rPr lang="ko-KR" altLang="en-US" dirty="0">
                <a:solidFill>
                  <a:schemeClr val="tx1"/>
                </a:solidFill>
              </a:rPr>
              <a:t>창이 열리게 되며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확인 선택 시 재고처리 및 상태 변경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반품 수량에 대해서 창고 물량 증가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 descr="C:\Users\yoomir\Desktop\yoomir\기업 고객 - 반품 지시서 목록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4638" y="1142984"/>
            <a:ext cx="6357981" cy="5300967"/>
          </a:xfrm>
          <a:prstGeom prst="rect">
            <a:avLst/>
          </a:prstGeom>
          <a:noFill/>
        </p:spPr>
      </p:pic>
      <p:sp>
        <p:nvSpPr>
          <p:cNvPr id="194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836" y="1214422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195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0522" y="1714488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196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0522" y="3500438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197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5364" y="5214950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</a:p>
        </p:txBody>
      </p:sp>
      <p:sp>
        <p:nvSpPr>
          <p:cNvPr id="41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배송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ko-KR" altLang="en-US" dirty="0">
                <a:solidFill>
                  <a:srgbClr val="000000"/>
                </a:solidFill>
              </a:rPr>
              <a:t>담당자 </a:t>
            </a:r>
            <a:r>
              <a:rPr lang="en-US" altLang="ko-KR" dirty="0">
                <a:solidFill>
                  <a:srgbClr val="000000"/>
                </a:solidFill>
              </a:rPr>
              <a:t>– </a:t>
            </a:r>
            <a:r>
              <a:rPr lang="ko-KR" altLang="en-US" dirty="0">
                <a:solidFill>
                  <a:srgbClr val="000000"/>
                </a:solidFill>
              </a:rPr>
              <a:t>기업고객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47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8042" y="857232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dlm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en-US" altLang="ko-KR" dirty="0" err="1">
                <a:solidFill>
                  <a:srgbClr val="000000"/>
                </a:solidFill>
              </a:rPr>
              <a:t>refundlist</a:t>
            </a:r>
            <a:endParaRPr lang="ko-KR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yoomir\Desktop\yoomir\제품 발주_반품 - 발주지시서 목록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10390" y="1142984"/>
            <a:ext cx="6072230" cy="5290431"/>
          </a:xfrm>
          <a:prstGeom prst="rect">
            <a:avLst/>
          </a:prstGeom>
          <a:noFill/>
        </p:spPr>
      </p:pic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검색 기능 구현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 - </a:t>
            </a:r>
            <a:r>
              <a:rPr lang="en-US" altLang="ko-KR" dirty="0" err="1">
                <a:solidFill>
                  <a:schemeClr val="tx1"/>
                </a:solidFill>
              </a:rPr>
              <a:t>ComboBox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에서 전체 선택 시 전체조회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618090" y="195836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리스트 조회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임원 승인 완료 된 목록만 조회하며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값이 </a:t>
            </a:r>
            <a:r>
              <a:rPr lang="en-US" altLang="ko-KR" dirty="0">
                <a:solidFill>
                  <a:schemeClr val="tx1"/>
                </a:solidFill>
              </a:rPr>
              <a:t>5</a:t>
            </a:r>
            <a:r>
              <a:rPr lang="ko-KR" altLang="en-US" dirty="0">
                <a:solidFill>
                  <a:schemeClr val="tx1"/>
                </a:solidFill>
              </a:rPr>
              <a:t>개를 초과할 시 한 페이지 당 </a:t>
            </a:r>
            <a:r>
              <a:rPr lang="en-US" altLang="ko-KR" dirty="0">
                <a:solidFill>
                  <a:schemeClr val="tx1"/>
                </a:solidFill>
              </a:rPr>
              <a:t>5</a:t>
            </a:r>
            <a:r>
              <a:rPr lang="ko-KR" altLang="en-US" dirty="0">
                <a:solidFill>
                  <a:schemeClr val="tx1"/>
                </a:solidFill>
              </a:rPr>
              <a:t>개씩 출력 및 </a:t>
            </a:r>
            <a:r>
              <a:rPr lang="ko-KR" altLang="en-US" dirty="0" err="1">
                <a:solidFill>
                  <a:schemeClr val="tx1"/>
                </a:solidFill>
              </a:rPr>
              <a:t>페이징</a:t>
            </a:r>
            <a:r>
              <a:rPr lang="ko-KR" altLang="en-US" dirty="0">
                <a:solidFill>
                  <a:schemeClr val="tx1"/>
                </a:solidFill>
              </a:rPr>
              <a:t> 처리</a:t>
            </a:r>
          </a:p>
        </p:txBody>
      </p:sp>
      <p:sp>
        <p:nvSpPr>
          <p:cNvPr id="79" name="직사각형 78"/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Sub Grid </a:t>
            </a:r>
            <a:r>
              <a:rPr lang="ko-KR" altLang="en-US" dirty="0">
                <a:solidFill>
                  <a:schemeClr val="tx1"/>
                </a:solidFill>
              </a:rPr>
              <a:t>구현</a:t>
            </a:r>
            <a:r>
              <a:rPr lang="en-US" altLang="ko-KR" dirty="0">
                <a:solidFill>
                  <a:schemeClr val="tx1"/>
                </a:solidFill>
              </a:rPr>
              <a:t>, Main Grid </a:t>
            </a:r>
            <a:r>
              <a:rPr lang="ko-KR" altLang="en-US" dirty="0">
                <a:solidFill>
                  <a:schemeClr val="tx1"/>
                </a:solidFill>
              </a:rPr>
              <a:t>에서 </a:t>
            </a:r>
            <a:r>
              <a:rPr lang="en-US" altLang="ko-KR" dirty="0">
                <a:solidFill>
                  <a:schemeClr val="tx1"/>
                </a:solidFill>
              </a:rPr>
              <a:t>No. </a:t>
            </a:r>
            <a:r>
              <a:rPr lang="ko-KR" altLang="en-US" dirty="0">
                <a:solidFill>
                  <a:schemeClr val="tx1"/>
                </a:solidFill>
              </a:rPr>
              <a:t>를 기준으로 값 선택 시 상세내역 출력</a:t>
            </a:r>
          </a:p>
        </p:txBody>
      </p:sp>
      <p:sp>
        <p:nvSpPr>
          <p:cNvPr id="83" name="직사각형 82"/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발주 처리 버튼 클릭 시  </a:t>
            </a:r>
            <a:r>
              <a:rPr lang="en-US" altLang="ko-KR" dirty="0">
                <a:solidFill>
                  <a:schemeClr val="tx1"/>
                </a:solidFill>
              </a:rPr>
              <a:t>Alert </a:t>
            </a:r>
            <a:r>
              <a:rPr lang="ko-KR" altLang="en-US" dirty="0">
                <a:solidFill>
                  <a:schemeClr val="tx1"/>
                </a:solidFill>
              </a:rPr>
              <a:t>창이 열리게 되며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확인 선택 시 발주처리 및 상태 변경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배송 준비 </a:t>
            </a:r>
            <a:r>
              <a:rPr lang="en-US" altLang="ko-KR" dirty="0">
                <a:solidFill>
                  <a:schemeClr val="tx1"/>
                </a:solidFill>
              </a:rPr>
              <a:t>&gt; </a:t>
            </a:r>
            <a:r>
              <a:rPr lang="ko-KR" altLang="en-US" dirty="0">
                <a:solidFill>
                  <a:schemeClr val="tx1"/>
                </a:solidFill>
              </a:rPr>
              <a:t>배송 완료 상태로 변경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4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836" y="1214422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195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3398" y="1714488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196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3398" y="3500438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197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5364" y="5214950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</a:p>
        </p:txBody>
      </p:sp>
      <p:sp>
        <p:nvSpPr>
          <p:cNvPr id="41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배송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ko-KR" altLang="en-US" dirty="0">
                <a:solidFill>
                  <a:srgbClr val="000000"/>
                </a:solidFill>
              </a:rPr>
              <a:t>담당자 </a:t>
            </a:r>
            <a:r>
              <a:rPr lang="en-US" altLang="ko-KR" dirty="0">
                <a:solidFill>
                  <a:srgbClr val="000000"/>
                </a:solidFill>
              </a:rPr>
              <a:t>– </a:t>
            </a:r>
            <a:r>
              <a:rPr lang="ko-KR" altLang="en-US" dirty="0">
                <a:solidFill>
                  <a:srgbClr val="000000"/>
                </a:solidFill>
              </a:rPr>
              <a:t>제품 발주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ko-KR" altLang="en-US" dirty="0">
                <a:solidFill>
                  <a:srgbClr val="000000"/>
                </a:solidFill>
              </a:rPr>
              <a:t>반품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47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8042" y="857232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chemeClr val="tx1"/>
                </a:solidFill>
              </a:rPr>
              <a:t>dlm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en-US" altLang="ko-KR" dirty="0" err="1">
                <a:solidFill>
                  <a:schemeClr val="tx1"/>
                </a:solidFill>
              </a:rPr>
              <a:t>puchaseorderapprovallist</a:t>
            </a:r>
            <a:endParaRPr lang="ko-KR" altLang="ko-K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yoomir\Desktop\yoomir\제품 발주_반품 - 반품 지시서 목록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6076" y="1142983"/>
            <a:ext cx="6357983" cy="5300969"/>
          </a:xfrm>
          <a:prstGeom prst="rect">
            <a:avLst/>
          </a:prstGeom>
          <a:noFill/>
        </p:spPr>
      </p:pic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검색 기능 구현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 - </a:t>
            </a:r>
            <a:r>
              <a:rPr lang="en-US" altLang="ko-KR" dirty="0" err="1">
                <a:solidFill>
                  <a:schemeClr val="tx1"/>
                </a:solidFill>
              </a:rPr>
              <a:t>ComboBox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에서 전체 선택 시 전체조회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618090" y="195836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리스트 조회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입금 확인된 건에 대해서만  조회하며 값이 </a:t>
            </a:r>
            <a:r>
              <a:rPr lang="en-US" altLang="ko-KR" dirty="0">
                <a:solidFill>
                  <a:schemeClr val="tx1"/>
                </a:solidFill>
              </a:rPr>
              <a:t>5</a:t>
            </a:r>
            <a:r>
              <a:rPr lang="ko-KR" altLang="en-US" dirty="0">
                <a:solidFill>
                  <a:schemeClr val="tx1"/>
                </a:solidFill>
              </a:rPr>
              <a:t>개를 초과할 시 한 페이지 당 </a:t>
            </a:r>
            <a:r>
              <a:rPr lang="en-US" altLang="ko-KR" dirty="0">
                <a:solidFill>
                  <a:schemeClr val="tx1"/>
                </a:solidFill>
              </a:rPr>
              <a:t>5</a:t>
            </a:r>
            <a:r>
              <a:rPr lang="ko-KR" altLang="en-US" dirty="0">
                <a:solidFill>
                  <a:schemeClr val="tx1"/>
                </a:solidFill>
              </a:rPr>
              <a:t>개씩 출력 및 </a:t>
            </a:r>
            <a:r>
              <a:rPr lang="ko-KR" altLang="en-US" dirty="0" err="1">
                <a:solidFill>
                  <a:schemeClr val="tx1"/>
                </a:solidFill>
              </a:rPr>
              <a:t>페이징</a:t>
            </a:r>
            <a:r>
              <a:rPr lang="ko-KR" altLang="en-US" dirty="0">
                <a:solidFill>
                  <a:schemeClr val="tx1"/>
                </a:solidFill>
              </a:rPr>
              <a:t> 처리</a:t>
            </a:r>
          </a:p>
        </p:txBody>
      </p:sp>
      <p:sp>
        <p:nvSpPr>
          <p:cNvPr id="79" name="직사각형 78"/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Sub Grid </a:t>
            </a:r>
            <a:r>
              <a:rPr lang="ko-KR" altLang="en-US" dirty="0">
                <a:solidFill>
                  <a:schemeClr val="tx1"/>
                </a:solidFill>
              </a:rPr>
              <a:t>구현</a:t>
            </a:r>
            <a:r>
              <a:rPr lang="en-US" altLang="ko-KR" dirty="0">
                <a:solidFill>
                  <a:schemeClr val="tx1"/>
                </a:solidFill>
              </a:rPr>
              <a:t>, Main Grid </a:t>
            </a:r>
            <a:r>
              <a:rPr lang="ko-KR" altLang="en-US" dirty="0">
                <a:solidFill>
                  <a:schemeClr val="tx1"/>
                </a:solidFill>
              </a:rPr>
              <a:t>에서 </a:t>
            </a:r>
            <a:r>
              <a:rPr lang="en-US" altLang="ko-KR" dirty="0">
                <a:solidFill>
                  <a:schemeClr val="tx1"/>
                </a:solidFill>
              </a:rPr>
              <a:t>No. </a:t>
            </a:r>
            <a:r>
              <a:rPr lang="ko-KR" altLang="en-US" dirty="0">
                <a:solidFill>
                  <a:schemeClr val="tx1"/>
                </a:solidFill>
              </a:rPr>
              <a:t>를 기준으로 값 선택 시 상세내역 출력</a:t>
            </a:r>
          </a:p>
        </p:txBody>
      </p:sp>
      <p:sp>
        <p:nvSpPr>
          <p:cNvPr id="83" name="직사각형 82"/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재고 처리 버튼 클릭 시  </a:t>
            </a:r>
            <a:r>
              <a:rPr lang="en-US" altLang="ko-KR" dirty="0">
                <a:solidFill>
                  <a:schemeClr val="tx1"/>
                </a:solidFill>
              </a:rPr>
              <a:t>Alert </a:t>
            </a:r>
            <a:r>
              <a:rPr lang="ko-KR" altLang="en-US" dirty="0">
                <a:solidFill>
                  <a:schemeClr val="tx1"/>
                </a:solidFill>
              </a:rPr>
              <a:t>창이 열리게 되며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확인 선택 시 재고처리 및 상태 변경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반품 수량에 대해서 창고 물량 증가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4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836" y="1214422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195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0522" y="1714488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196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0522" y="3500438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197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5364" y="5214950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</a:p>
        </p:txBody>
      </p:sp>
      <p:sp>
        <p:nvSpPr>
          <p:cNvPr id="41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배송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ko-KR" altLang="en-US" dirty="0">
                <a:solidFill>
                  <a:srgbClr val="000000"/>
                </a:solidFill>
              </a:rPr>
              <a:t>담당자 </a:t>
            </a:r>
            <a:r>
              <a:rPr lang="en-US" altLang="ko-KR" dirty="0">
                <a:solidFill>
                  <a:srgbClr val="000000"/>
                </a:solidFill>
              </a:rPr>
              <a:t>– </a:t>
            </a:r>
            <a:r>
              <a:rPr lang="ko-KR" altLang="en-US" dirty="0">
                <a:solidFill>
                  <a:srgbClr val="000000"/>
                </a:solidFill>
              </a:rPr>
              <a:t>제품 발주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ko-KR" altLang="en-US" dirty="0">
                <a:solidFill>
                  <a:srgbClr val="000000"/>
                </a:solidFill>
              </a:rPr>
              <a:t>반품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47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8042" y="857232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chemeClr val="tx1"/>
                </a:solidFill>
              </a:rPr>
              <a:t>dlm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en-US" altLang="ko-KR" dirty="0" err="1">
                <a:solidFill>
                  <a:schemeClr val="tx1"/>
                </a:solidFill>
              </a:rPr>
              <a:t>refundorderapprovallist</a:t>
            </a:r>
            <a:endParaRPr lang="ko-KR" altLang="ko-K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" name="그룹 46"/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7" name="그룹 52"/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5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5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8" name="그룹 58"/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6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9" name="그룹 64"/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6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기업고객명 검색 입력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618090" y="195836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거래날짜 기간 검색 선택</a:t>
            </a:r>
          </a:p>
        </p:txBody>
      </p:sp>
      <p:sp>
        <p:nvSpPr>
          <p:cNvPr id="79" name="직사각형 78"/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기업고객명 </a:t>
            </a:r>
            <a:r>
              <a:rPr lang="ko-KR" altLang="en-US" dirty="0" err="1">
                <a:solidFill>
                  <a:schemeClr val="tx1"/>
                </a:solidFill>
              </a:rPr>
              <a:t>선택시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해당 기업고객명의 거래내역 보여짐</a:t>
            </a:r>
          </a:p>
        </p:txBody>
      </p:sp>
      <p:sp>
        <p:nvSpPr>
          <p:cNvPr id="84" name="직사각형 83"/>
          <p:cNvSpPr/>
          <p:nvPr/>
        </p:nvSpPr>
        <p:spPr bwMode="auto">
          <a:xfrm>
            <a:off x="7614098" y="388048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최근 거래 날짜 순으로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en-US" altLang="ko-KR" dirty="0" err="1">
                <a:solidFill>
                  <a:schemeClr val="tx1"/>
                </a:solidFill>
              </a:rPr>
              <a:t>desc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 bwMode="auto">
          <a:xfrm>
            <a:off x="7606196" y="45479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 descr="C:\Users\asd55\Desktop\오성철\매출 현황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2" y="1130209"/>
            <a:ext cx="7200000" cy="5304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3287" y="2084894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72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2436" y="2180144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73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426" y="2656354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90" name="직사각형 89"/>
          <p:cNvSpPr/>
          <p:nvPr/>
        </p:nvSpPr>
        <p:spPr bwMode="auto">
          <a:xfrm>
            <a:off x="7614280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미 검색 시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전체 거래 기간의 대한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기업고객별 매출 리스트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매출액 </a:t>
            </a:r>
            <a:r>
              <a:rPr lang="ko-KR" altLang="en-US" dirty="0" err="1">
                <a:solidFill>
                  <a:schemeClr val="tx1"/>
                </a:solidFill>
              </a:rPr>
              <a:t>높은순으로</a:t>
            </a:r>
            <a:r>
              <a:rPr lang="ko-KR" altLang="en-US" dirty="0">
                <a:solidFill>
                  <a:schemeClr val="tx1"/>
                </a:solidFill>
              </a:rPr>
              <a:t> 정렬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en-US" altLang="ko-KR" dirty="0" err="1">
                <a:solidFill>
                  <a:schemeClr val="tx1"/>
                </a:solidFill>
              </a:rPr>
              <a:t>desc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1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1506" y="4131362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</a:p>
        </p:txBody>
      </p:sp>
      <p:sp>
        <p:nvSpPr>
          <p:cNvPr id="92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7359" y="5103470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5</a:t>
            </a:r>
          </a:p>
        </p:txBody>
      </p:sp>
      <p:sp>
        <p:nvSpPr>
          <p:cNvPr id="93" name="Text Box 2">
            <a:extLst>
              <a:ext uri="{FF2B5EF4-FFF2-40B4-BE49-F238E27FC236}">
                <a16:creationId xmlns:a16="http://schemas.microsoft.com/office/drawing/2014/main" id="{0E577DB6-2E58-4E0C-BB38-E721673B9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매출 현황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4" name="Text Box 2">
            <a:extLst>
              <a:ext uri="{FF2B5EF4-FFF2-40B4-BE49-F238E27FC236}">
                <a16:creationId xmlns:a16="http://schemas.microsoft.com/office/drawing/2014/main" id="{0E577DB6-2E58-4E0C-BB38-E721673B9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9359" y="8620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ged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en-US" altLang="ko-KR" dirty="0" err="1">
                <a:solidFill>
                  <a:srgbClr val="000000"/>
                </a:solidFill>
              </a:rPr>
              <a:t>salesStatus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5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매출 현황 </a:t>
            </a:r>
            <a:r>
              <a:rPr lang="en-US" altLang="ko-KR" dirty="0">
                <a:solidFill>
                  <a:srgbClr val="000000"/>
                </a:solidFill>
              </a:rPr>
              <a:t>– </a:t>
            </a:r>
            <a:r>
              <a:rPr lang="ko-KR" altLang="en-US" dirty="0">
                <a:solidFill>
                  <a:srgbClr val="000000"/>
                </a:solidFill>
              </a:rPr>
              <a:t>매출 현황</a:t>
            </a:r>
            <a:endParaRPr lang="ko-KR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" name="그룹 46"/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7" name="그룹 52"/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5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5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8" name="그룹 58"/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6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9" name="그룹 64"/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6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기간별로 검색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618090" y="195836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미 </a:t>
            </a:r>
            <a:r>
              <a:rPr lang="ko-KR" altLang="en-US" dirty="0" err="1">
                <a:solidFill>
                  <a:schemeClr val="tx1"/>
                </a:solidFill>
              </a:rPr>
              <a:t>검색시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전체 거래 기간의 대한 순위 목록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미 </a:t>
            </a:r>
            <a:r>
              <a:rPr lang="ko-KR" altLang="en-US" dirty="0" err="1">
                <a:solidFill>
                  <a:schemeClr val="tx1"/>
                </a:solidFill>
              </a:rPr>
              <a:t>검색시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전체 거래 기간에 대한 차트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 bwMode="auto">
          <a:xfrm>
            <a:off x="7614098" y="388048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 bwMode="auto">
          <a:xfrm>
            <a:off x="7606196" y="45479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2050" name="Picture 2" descr="C:\Users\asd55\Desktop\오성철\매출 상위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0" y="1097311"/>
            <a:ext cx="7200000" cy="5364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9858" y="2423572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72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1826" y="3472242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73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5562" y="3065140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76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매출 현황 </a:t>
            </a:r>
            <a:r>
              <a:rPr lang="en-US" altLang="ko-KR" dirty="0">
                <a:solidFill>
                  <a:srgbClr val="000000"/>
                </a:solidFill>
              </a:rPr>
              <a:t>– </a:t>
            </a:r>
            <a:r>
              <a:rPr lang="ko-KR" altLang="en-US" dirty="0">
                <a:solidFill>
                  <a:srgbClr val="000000"/>
                </a:solidFill>
              </a:rPr>
              <a:t>매출 상위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7" name="Text Box 2">
            <a:extLst>
              <a:ext uri="{FF2B5EF4-FFF2-40B4-BE49-F238E27FC236}">
                <a16:creationId xmlns:a16="http://schemas.microsoft.com/office/drawing/2014/main" id="{0E577DB6-2E58-4E0C-BB38-E721673B9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매출 상위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8" name="Text Box 2">
            <a:extLst>
              <a:ext uri="{FF2B5EF4-FFF2-40B4-BE49-F238E27FC236}">
                <a16:creationId xmlns:a16="http://schemas.microsoft.com/office/drawing/2014/main" id="{0E577DB6-2E58-4E0C-BB38-E721673B9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9359" y="8620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ged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en-US" altLang="ko-KR" dirty="0" err="1">
                <a:solidFill>
                  <a:srgbClr val="000000"/>
                </a:solidFill>
              </a:rPr>
              <a:t>salesTop</a:t>
            </a:r>
            <a:endParaRPr lang="ko-KR" altLang="ko-K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6907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" name="그룹 46"/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7" name="그룹 52"/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5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5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8" name="그룹 58"/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6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9" name="그룹 64"/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6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기업고객명 검색 입력 란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618090" y="195836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거래 기간 검색</a:t>
            </a:r>
          </a:p>
        </p:txBody>
      </p:sp>
      <p:sp>
        <p:nvSpPr>
          <p:cNvPr id="79" name="직사각형 78"/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미 검색 시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전체 거래 기간의 대한 기업 별 손익 리스트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총 손익이 높은 순으로 정렬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en-US" altLang="ko-KR" dirty="0" err="1">
                <a:solidFill>
                  <a:schemeClr val="tx1"/>
                </a:solidFill>
              </a:rPr>
              <a:t>desc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기업명 클릭 시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해당 기업의 판매제품의 대한 손익 리스트</a:t>
            </a:r>
          </a:p>
        </p:txBody>
      </p:sp>
      <p:sp>
        <p:nvSpPr>
          <p:cNvPr id="84" name="직사각형 83"/>
          <p:cNvSpPr/>
          <p:nvPr/>
        </p:nvSpPr>
        <p:spPr bwMode="auto">
          <a:xfrm>
            <a:off x="7614098" y="388048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최근 거래 날짜 순으로 정렬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en-US" altLang="ko-KR" dirty="0" err="1">
                <a:solidFill>
                  <a:schemeClr val="tx1"/>
                </a:solidFill>
              </a:rPr>
              <a:t>desc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 bwMode="auto">
          <a:xfrm>
            <a:off x="7606196" y="45479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3074" name="Picture 2" descr="C:\Users\asd55\Desktop\오성철\손익 조회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50" y="1130382"/>
            <a:ext cx="7272332" cy="5364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887" y="283521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72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3874" y="233611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73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7490" y="4357484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</a:p>
        </p:txBody>
      </p:sp>
      <p:sp>
        <p:nvSpPr>
          <p:cNvPr id="76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7970" y="509737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5</a:t>
            </a:r>
          </a:p>
        </p:txBody>
      </p:sp>
      <p:sp>
        <p:nvSpPr>
          <p:cNvPr id="77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매출 현황 </a:t>
            </a:r>
            <a:r>
              <a:rPr lang="en-US" altLang="ko-KR" dirty="0">
                <a:solidFill>
                  <a:srgbClr val="000000"/>
                </a:solidFill>
              </a:rPr>
              <a:t>– </a:t>
            </a:r>
            <a:r>
              <a:rPr lang="ko-KR" altLang="en-US" dirty="0">
                <a:solidFill>
                  <a:srgbClr val="000000"/>
                </a:solidFill>
              </a:rPr>
              <a:t>손익 조회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8" name="Text Box 2">
            <a:extLst>
              <a:ext uri="{FF2B5EF4-FFF2-40B4-BE49-F238E27FC236}">
                <a16:creationId xmlns:a16="http://schemas.microsoft.com/office/drawing/2014/main" id="{0E577DB6-2E58-4E0C-BB38-E721673B9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손익 조회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80" name="Text Box 2">
            <a:extLst>
              <a:ext uri="{FF2B5EF4-FFF2-40B4-BE49-F238E27FC236}">
                <a16:creationId xmlns:a16="http://schemas.microsoft.com/office/drawing/2014/main" id="{0E577DB6-2E58-4E0C-BB38-E721673B9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9359" y="8620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ged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en-US" altLang="ko-KR" dirty="0" err="1">
                <a:solidFill>
                  <a:srgbClr val="000000"/>
                </a:solidFill>
              </a:rPr>
              <a:t>profitAndLoss</a:t>
            </a:r>
            <a:endParaRPr lang="ko-KR" altLang="ko-K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867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>
            <a:extLst>
              <a:ext uri="{FF2B5EF4-FFF2-40B4-BE49-F238E27FC236}">
                <a16:creationId xmlns:a16="http://schemas.microsoft.com/office/drawing/2014/main" id="{8DD9676B-92BF-455F-9B5B-DB91595E0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190" y="76200"/>
            <a:ext cx="3353337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latinLnBrk="1">
              <a:spcBef>
                <a:spcPct val="20000"/>
              </a:spcBef>
              <a:defRPr/>
            </a:pPr>
            <a:endParaRPr kumimoji="1" lang="ko-KR" altLang="en-US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3" name="Picture 18" descr="top">
            <a:extLst>
              <a:ext uri="{FF2B5EF4-FFF2-40B4-BE49-F238E27FC236}">
                <a16:creationId xmlns:a16="http://schemas.microsoft.com/office/drawing/2014/main" id="{0E9D91A8-6936-4FD6-BFDF-F3532372E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Group 522">
            <a:extLst>
              <a:ext uri="{FF2B5EF4-FFF2-40B4-BE49-F238E27FC236}">
                <a16:creationId xmlns:a16="http://schemas.microsoft.com/office/drawing/2014/main" id="{670ACF70-5478-40BB-B1F1-7E4381754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829712"/>
              </p:ext>
            </p:extLst>
          </p:nvPr>
        </p:nvGraphicFramePr>
        <p:xfrm>
          <a:off x="0" y="639763"/>
          <a:ext cx="9907588" cy="6218237"/>
        </p:xfrm>
        <a:graphic>
          <a:graphicData uri="http://schemas.openxmlformats.org/drawingml/2006/table">
            <a:tbl>
              <a:tblPr/>
              <a:tblGrid>
                <a:gridCol w="1018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6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81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1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2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718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45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프로젝트 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SCM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구매승인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버젼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V1.0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김승현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5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분류명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회사임원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승인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ged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OrderConfirm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P.NO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작성날짜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2020.07.07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981">
                <a:tc rowSpan="2"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7098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Tabl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제품명으로 검색기능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구매일자별로 검색기능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날짜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최신순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미승인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정렬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Formation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제목 1">
            <a:extLst>
              <a:ext uri="{FF2B5EF4-FFF2-40B4-BE49-F238E27FC236}">
                <a16:creationId xmlns:a16="http://schemas.microsoft.com/office/drawing/2014/main" id="{33810810-80F1-4D63-9E27-F7F0B389F350}"/>
              </a:ext>
            </a:extLst>
          </p:cNvPr>
          <p:cNvSpPr txBox="1">
            <a:spLocks/>
          </p:cNvSpPr>
          <p:nvPr/>
        </p:nvSpPr>
        <p:spPr>
          <a:xfrm>
            <a:off x="180975" y="1588"/>
            <a:ext cx="3455988" cy="344487"/>
          </a:xfrm>
          <a:prstGeom prst="rect">
            <a:avLst/>
          </a:prstGeom>
        </p:spPr>
        <p:txBody>
          <a:bodyPr/>
          <a:lstStyle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2pPr>
            <a:lvl3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3pPr>
            <a:lvl4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4pPr>
            <a:lvl5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5pPr>
            <a:lvl6pPr marL="25146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6pPr>
            <a:lvl7pPr marL="29718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7pPr>
            <a:lvl8pPr marL="3429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8pPr>
            <a:lvl9pPr marL="3886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9pPr>
          </a:lstStyle>
          <a:p>
            <a:r>
              <a:rPr lang="en-US" altLang="ko-KR"/>
              <a:t>SCM </a:t>
            </a:r>
            <a:r>
              <a:rPr lang="ko-KR" altLang="en-US"/>
              <a:t>시스템</a:t>
            </a:r>
            <a:endParaRPr lang="ko-KR" altLang="en-US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63C0EDD9-EF48-4009-8123-676F7620F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2423" y="1317547"/>
            <a:ext cx="2254251" cy="60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Font typeface="맑은 고딕" panose="020B0503020000020004" pitchFamily="34" charset="-127"/>
              <a:buChar char="-"/>
            </a:pP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3C2A934-AB1A-4C2D-88F0-08EE3975C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2423" y="1920797"/>
            <a:ext cx="2254251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D210471-8B68-4E65-83B8-B879323F7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5" y="1412782"/>
            <a:ext cx="7263867" cy="4680514"/>
          </a:xfrm>
          <a:prstGeom prst="rect">
            <a:avLst/>
          </a:prstGeom>
        </p:spPr>
      </p:pic>
      <p:sp>
        <p:nvSpPr>
          <p:cNvPr id="20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969" y="2498646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21" name="Oval 31">
            <a:extLst>
              <a:ext uri="{FF2B5EF4-FFF2-40B4-BE49-F238E27FC236}">
                <a16:creationId xmlns:a16="http://schemas.microsoft.com/office/drawing/2014/main" id="{F47EC991-D1CD-4D5F-9A82-557019728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5257" y="2479040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31" name="Oval 31">
            <a:extLst>
              <a:ext uri="{FF2B5EF4-FFF2-40B4-BE49-F238E27FC236}">
                <a16:creationId xmlns:a16="http://schemas.microsoft.com/office/drawing/2014/main" id="{72895E62-1C9C-413A-ACAF-D79608972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3834" y="3267236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grpSp>
        <p:nvGrpSpPr>
          <p:cNvPr id="4" name="그룹 31">
            <a:extLst>
              <a:ext uri="{FF2B5EF4-FFF2-40B4-BE49-F238E27FC236}">
                <a16:creationId xmlns:a16="http://schemas.microsoft.com/office/drawing/2014/main" id="{755F27BB-B2F9-43C0-A1D5-2C585C80B4B9}"/>
              </a:ext>
            </a:extLst>
          </p:cNvPr>
          <p:cNvGrpSpPr/>
          <p:nvPr/>
        </p:nvGrpSpPr>
        <p:grpSpPr>
          <a:xfrm>
            <a:off x="7367818" y="1306513"/>
            <a:ext cx="2522705" cy="3655953"/>
            <a:chOff x="10066361" y="1944946"/>
            <a:chExt cx="2522705" cy="3655953"/>
          </a:xfrm>
        </p:grpSpPr>
        <p:sp>
          <p:nvSpPr>
            <p:cNvPr id="33" name="Rectangle 6">
              <a:extLst>
                <a:ext uri="{FF2B5EF4-FFF2-40B4-BE49-F238E27FC236}">
                  <a16:creationId xmlns:a16="http://schemas.microsoft.com/office/drawing/2014/main" id="{6C3F2E28-28C6-42B1-B4C1-A05BC50E7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444" y="3702393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4" name="Rectangle 6">
              <a:extLst>
                <a:ext uri="{FF2B5EF4-FFF2-40B4-BE49-F238E27FC236}">
                  <a16:creationId xmlns:a16="http://schemas.microsoft.com/office/drawing/2014/main" id="{289573FB-CB46-457A-8D4E-8AE2EBB081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444" y="4327946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5" name="Rectangle 6">
              <a:extLst>
                <a:ext uri="{FF2B5EF4-FFF2-40B4-BE49-F238E27FC236}">
                  <a16:creationId xmlns:a16="http://schemas.microsoft.com/office/drawing/2014/main" id="{83838A26-5719-435D-AEE9-D359B3699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6471" y="4966110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36" name="Line 10">
              <a:extLst>
                <a:ext uri="{FF2B5EF4-FFF2-40B4-BE49-F238E27FC236}">
                  <a16:creationId xmlns:a16="http://schemas.microsoft.com/office/drawing/2014/main" id="{FF1850CE-3699-411C-ACAD-18C285B526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2" y="1956026"/>
              <a:ext cx="6563" cy="3642547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" name="Rectangle 4">
              <a:extLst>
                <a:ext uri="{FF2B5EF4-FFF2-40B4-BE49-F238E27FC236}">
                  <a16:creationId xmlns:a16="http://schemas.microsoft.com/office/drawing/2014/main" id="{021BE609-BAE2-4A3A-8223-66579B560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4513" y="1944946"/>
              <a:ext cx="252625" cy="601663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8" name="Rectangle 6">
              <a:extLst>
                <a:ext uri="{FF2B5EF4-FFF2-40B4-BE49-F238E27FC236}">
                  <a16:creationId xmlns:a16="http://schemas.microsoft.com/office/drawing/2014/main" id="{1B01B28A-AF58-46BD-8ACA-E76A0DAE37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8753" y="2560016"/>
              <a:ext cx="25262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9" name="Line 9">
              <a:extLst>
                <a:ext uri="{FF2B5EF4-FFF2-40B4-BE49-F238E27FC236}">
                  <a16:creationId xmlns:a16="http://schemas.microsoft.com/office/drawing/2014/main" id="{AF7DED43-5338-410D-961D-6DCE00A03B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2559277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0" name="Rectangle 6">
              <a:extLst>
                <a:ext uri="{FF2B5EF4-FFF2-40B4-BE49-F238E27FC236}">
                  <a16:creationId xmlns:a16="http://schemas.microsoft.com/office/drawing/2014/main" id="{CCF3327D-3B2C-4451-9D82-25AE54C52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8753" y="3102232"/>
              <a:ext cx="25262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41" name="Line 9">
              <a:extLst>
                <a:ext uri="{FF2B5EF4-FFF2-40B4-BE49-F238E27FC236}">
                  <a16:creationId xmlns:a16="http://schemas.microsoft.com/office/drawing/2014/main" id="{2CEEBEC6-FFE5-4E3E-A67A-FED39BF930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310223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2" name="Line 13">
              <a:extLst>
                <a:ext uri="{FF2B5EF4-FFF2-40B4-BE49-F238E27FC236}">
                  <a16:creationId xmlns:a16="http://schemas.microsoft.com/office/drawing/2014/main" id="{50E88B74-91D1-4672-8567-F415A3736D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3681670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3" name="Line 13">
              <a:extLst>
                <a:ext uri="{FF2B5EF4-FFF2-40B4-BE49-F238E27FC236}">
                  <a16:creationId xmlns:a16="http://schemas.microsoft.com/office/drawing/2014/main" id="{FBE211D5-F8DD-49CA-AAAC-52529232E1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2" y="4926011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4" name="Line 13">
              <a:extLst>
                <a:ext uri="{FF2B5EF4-FFF2-40B4-BE49-F238E27FC236}">
                  <a16:creationId xmlns:a16="http://schemas.microsoft.com/office/drawing/2014/main" id="{54BFCED1-2FDB-4C0C-95A9-5199641815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8753" y="5598573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5" name="Line 13">
              <a:extLst>
                <a:ext uri="{FF2B5EF4-FFF2-40B4-BE49-F238E27FC236}">
                  <a16:creationId xmlns:a16="http://schemas.microsoft.com/office/drawing/2014/main" id="{D6006908-5865-4891-B81B-FA4DCE0A70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74514" y="4297480"/>
              <a:ext cx="2500314" cy="4513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6" name="Line 8">
              <a:extLst>
                <a:ext uri="{FF2B5EF4-FFF2-40B4-BE49-F238E27FC236}">
                  <a16:creationId xmlns:a16="http://schemas.microsoft.com/office/drawing/2014/main" id="{57D0D508-2D79-4B84-8DE3-C35795C43C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28725" y="1956025"/>
              <a:ext cx="12653" cy="364371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7" name="Line 12">
              <a:extLst>
                <a:ext uri="{FF2B5EF4-FFF2-40B4-BE49-F238E27FC236}">
                  <a16:creationId xmlns:a16="http://schemas.microsoft.com/office/drawing/2014/main" id="{562E49AF-F136-4412-A33F-76CEA10A2F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1" y="1947785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99761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8" descr="top">
            <a:extLst>
              <a:ext uri="{FF2B5EF4-FFF2-40B4-BE49-F238E27FC236}">
                <a16:creationId xmlns:a16="http://schemas.microsoft.com/office/drawing/2014/main" id="{0E9D91A8-6936-4FD6-BFDF-F3532372E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7">
            <a:extLst>
              <a:ext uri="{FF2B5EF4-FFF2-40B4-BE49-F238E27FC236}">
                <a16:creationId xmlns:a16="http://schemas.microsoft.com/office/drawing/2014/main" id="{8DD9676B-92BF-455F-9B5B-DB91595E0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190" y="76200"/>
            <a:ext cx="3353337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latinLnBrk="1">
              <a:spcBef>
                <a:spcPct val="20000"/>
              </a:spcBef>
              <a:defRPr/>
            </a:pPr>
            <a:endParaRPr kumimoji="1" lang="ko-KR" altLang="en-US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aphicFrame>
        <p:nvGraphicFramePr>
          <p:cNvPr id="5" name="Group 522">
            <a:extLst>
              <a:ext uri="{FF2B5EF4-FFF2-40B4-BE49-F238E27FC236}">
                <a16:creationId xmlns:a16="http://schemas.microsoft.com/office/drawing/2014/main" id="{670ACF70-5478-40BB-B1F1-7E4381754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815367"/>
              </p:ext>
            </p:extLst>
          </p:nvPr>
        </p:nvGraphicFramePr>
        <p:xfrm>
          <a:off x="0" y="620688"/>
          <a:ext cx="9907590" cy="6218634"/>
        </p:xfrm>
        <a:graphic>
          <a:graphicData uri="http://schemas.openxmlformats.org/drawingml/2006/table">
            <a:tbl>
              <a:tblPr/>
              <a:tblGrid>
                <a:gridCol w="1018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6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8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2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718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40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프로젝트 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SCM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반품승인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버젼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V1.0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김승현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분류명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회사임원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승인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ged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ReturnConfirm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P.NO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작성날짜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2020.07.07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792">
                <a:tc rowSpan="2"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2642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Tabl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제품명으로 검색기능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반품기간별로 검색기능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날짜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최신순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미승인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정렬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Formation</a:t>
                      </a: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제목 1">
            <a:extLst>
              <a:ext uri="{FF2B5EF4-FFF2-40B4-BE49-F238E27FC236}">
                <a16:creationId xmlns:a16="http://schemas.microsoft.com/office/drawing/2014/main" id="{33810810-80F1-4D63-9E27-F7F0B389F350}"/>
              </a:ext>
            </a:extLst>
          </p:cNvPr>
          <p:cNvSpPr txBox="1">
            <a:spLocks/>
          </p:cNvSpPr>
          <p:nvPr/>
        </p:nvSpPr>
        <p:spPr>
          <a:xfrm>
            <a:off x="180975" y="1588"/>
            <a:ext cx="3455988" cy="344487"/>
          </a:xfrm>
          <a:prstGeom prst="rect">
            <a:avLst/>
          </a:prstGeom>
        </p:spPr>
        <p:txBody>
          <a:bodyPr/>
          <a:lstStyle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2pPr>
            <a:lvl3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3pPr>
            <a:lvl4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4pPr>
            <a:lvl5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5pPr>
            <a:lvl6pPr marL="25146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6pPr>
            <a:lvl7pPr marL="29718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7pPr>
            <a:lvl8pPr marL="3429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8pPr>
            <a:lvl9pPr marL="3886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9pPr>
          </a:lstStyle>
          <a:p>
            <a:r>
              <a:rPr lang="en-US" altLang="ko-KR"/>
              <a:t>SCM </a:t>
            </a:r>
            <a:r>
              <a:rPr lang="ko-KR" altLang="en-US"/>
              <a:t>시스템</a:t>
            </a:r>
            <a:endParaRPr lang="ko-KR" altLang="en-US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0E1198FE-EE90-4945-89C0-0FD01084B1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50" y="1397477"/>
            <a:ext cx="7231929" cy="4623811"/>
          </a:xfrm>
          <a:prstGeom prst="rect">
            <a:avLst/>
          </a:prstGeom>
        </p:spPr>
      </p:pic>
      <p:sp>
        <p:nvSpPr>
          <p:cNvPr id="21" name="Oval 31">
            <a:extLst>
              <a:ext uri="{FF2B5EF4-FFF2-40B4-BE49-F238E27FC236}">
                <a16:creationId xmlns:a16="http://schemas.microsoft.com/office/drawing/2014/main" id="{F47EC991-D1CD-4D5F-9A82-557019728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1074" y="2422638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24" name="Oval 31">
            <a:extLst>
              <a:ext uri="{FF2B5EF4-FFF2-40B4-BE49-F238E27FC236}">
                <a16:creationId xmlns:a16="http://schemas.microsoft.com/office/drawing/2014/main" id="{58564324-15F7-427D-9935-1F7A86CCE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5534" y="3152349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20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7934" y="2422639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grpSp>
        <p:nvGrpSpPr>
          <p:cNvPr id="4" name="그룹 30">
            <a:extLst>
              <a:ext uri="{FF2B5EF4-FFF2-40B4-BE49-F238E27FC236}">
                <a16:creationId xmlns:a16="http://schemas.microsoft.com/office/drawing/2014/main" id="{FF0739D5-ECF8-4EB3-AECD-E6BAC1D27456}"/>
              </a:ext>
            </a:extLst>
          </p:cNvPr>
          <p:cNvGrpSpPr/>
          <p:nvPr/>
        </p:nvGrpSpPr>
        <p:grpSpPr>
          <a:xfrm>
            <a:off x="7384860" y="1287438"/>
            <a:ext cx="2522705" cy="3655953"/>
            <a:chOff x="10066361" y="1944946"/>
            <a:chExt cx="2522705" cy="3655953"/>
          </a:xfrm>
        </p:grpSpPr>
        <p:sp>
          <p:nvSpPr>
            <p:cNvPr id="32" name="Rectangle 6">
              <a:extLst>
                <a:ext uri="{FF2B5EF4-FFF2-40B4-BE49-F238E27FC236}">
                  <a16:creationId xmlns:a16="http://schemas.microsoft.com/office/drawing/2014/main" id="{B4F286D9-11E5-4159-943E-67A828F73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444" y="3702393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3" name="Rectangle 6">
              <a:extLst>
                <a:ext uri="{FF2B5EF4-FFF2-40B4-BE49-F238E27FC236}">
                  <a16:creationId xmlns:a16="http://schemas.microsoft.com/office/drawing/2014/main" id="{FE612C17-BA9E-45A0-8AD0-5CEA378C7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444" y="4327946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4" name="Rectangle 6">
              <a:extLst>
                <a:ext uri="{FF2B5EF4-FFF2-40B4-BE49-F238E27FC236}">
                  <a16:creationId xmlns:a16="http://schemas.microsoft.com/office/drawing/2014/main" id="{DD0AA784-8E0F-4E57-B038-44EEF9B45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6471" y="4966110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35" name="Line 10">
              <a:extLst>
                <a:ext uri="{FF2B5EF4-FFF2-40B4-BE49-F238E27FC236}">
                  <a16:creationId xmlns:a16="http://schemas.microsoft.com/office/drawing/2014/main" id="{A94E6BF1-32D5-429F-9099-43332229FD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2" y="1956026"/>
              <a:ext cx="6563" cy="3642547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982E4D3B-3DE1-490D-ACE7-409118CDD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4513" y="1944946"/>
              <a:ext cx="252625" cy="601663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7" name="Rectangle 6">
              <a:extLst>
                <a:ext uri="{FF2B5EF4-FFF2-40B4-BE49-F238E27FC236}">
                  <a16:creationId xmlns:a16="http://schemas.microsoft.com/office/drawing/2014/main" id="{B4DD380B-4C0D-4A26-AF79-654EA81405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8753" y="2560016"/>
              <a:ext cx="25262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8" name="Line 9">
              <a:extLst>
                <a:ext uri="{FF2B5EF4-FFF2-40B4-BE49-F238E27FC236}">
                  <a16:creationId xmlns:a16="http://schemas.microsoft.com/office/drawing/2014/main" id="{9BFE7479-1F50-4CAB-B598-D94E513400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2559277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39" name="Rectangle 6">
              <a:extLst>
                <a:ext uri="{FF2B5EF4-FFF2-40B4-BE49-F238E27FC236}">
                  <a16:creationId xmlns:a16="http://schemas.microsoft.com/office/drawing/2014/main" id="{5D2E14E3-BE3C-4750-85D2-CEA7EE399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8753" y="3102232"/>
              <a:ext cx="25262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40" name="Line 9">
              <a:extLst>
                <a:ext uri="{FF2B5EF4-FFF2-40B4-BE49-F238E27FC236}">
                  <a16:creationId xmlns:a16="http://schemas.microsoft.com/office/drawing/2014/main" id="{3E964592-A230-468A-B8BD-32B6329E60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310223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1" name="Line 13">
              <a:extLst>
                <a:ext uri="{FF2B5EF4-FFF2-40B4-BE49-F238E27FC236}">
                  <a16:creationId xmlns:a16="http://schemas.microsoft.com/office/drawing/2014/main" id="{90B9F856-8B1D-4E85-9124-2FCF880217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3681670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2" name="Line 13">
              <a:extLst>
                <a:ext uri="{FF2B5EF4-FFF2-40B4-BE49-F238E27FC236}">
                  <a16:creationId xmlns:a16="http://schemas.microsoft.com/office/drawing/2014/main" id="{4D98C4FD-DE7A-49EA-9387-738E10E911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2" y="4926011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3" name="Line 13">
              <a:extLst>
                <a:ext uri="{FF2B5EF4-FFF2-40B4-BE49-F238E27FC236}">
                  <a16:creationId xmlns:a16="http://schemas.microsoft.com/office/drawing/2014/main" id="{168EB1B3-AC88-4FBA-ADB8-487B80EB33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8753" y="5598573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4" name="Line 13">
              <a:extLst>
                <a:ext uri="{FF2B5EF4-FFF2-40B4-BE49-F238E27FC236}">
                  <a16:creationId xmlns:a16="http://schemas.microsoft.com/office/drawing/2014/main" id="{B5F1D662-B66E-40FE-B264-C199D9EE8A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74514" y="4297480"/>
              <a:ext cx="2500314" cy="4513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5" name="Line 8">
              <a:extLst>
                <a:ext uri="{FF2B5EF4-FFF2-40B4-BE49-F238E27FC236}">
                  <a16:creationId xmlns:a16="http://schemas.microsoft.com/office/drawing/2014/main" id="{6D44E61D-6ED2-4DAA-831B-1D304699B4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28725" y="1956025"/>
              <a:ext cx="12653" cy="364371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9E98B692-4ED9-4B35-8026-41333D6A7A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1" y="1947785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409792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8" descr="top">
            <a:extLst>
              <a:ext uri="{FF2B5EF4-FFF2-40B4-BE49-F238E27FC236}">
                <a16:creationId xmlns:a16="http://schemas.microsoft.com/office/drawing/2014/main" id="{0E9D91A8-6936-4FD6-BFDF-F3532372E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7">
            <a:extLst>
              <a:ext uri="{FF2B5EF4-FFF2-40B4-BE49-F238E27FC236}">
                <a16:creationId xmlns:a16="http://schemas.microsoft.com/office/drawing/2014/main" id="{8DD9676B-92BF-455F-9B5B-DB91595E0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190" y="76200"/>
            <a:ext cx="3353337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latinLnBrk="1">
              <a:spcBef>
                <a:spcPct val="20000"/>
              </a:spcBef>
              <a:defRPr/>
            </a:pPr>
            <a:endParaRPr kumimoji="1" lang="ko-KR" altLang="en-US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aphicFrame>
        <p:nvGraphicFramePr>
          <p:cNvPr id="5" name="Group 522">
            <a:extLst>
              <a:ext uri="{FF2B5EF4-FFF2-40B4-BE49-F238E27FC236}">
                <a16:creationId xmlns:a16="http://schemas.microsoft.com/office/drawing/2014/main" id="{670ACF70-5478-40BB-B1F1-7E4381754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396819"/>
              </p:ext>
            </p:extLst>
          </p:nvPr>
        </p:nvGraphicFramePr>
        <p:xfrm>
          <a:off x="0" y="422275"/>
          <a:ext cx="9907588" cy="7848873"/>
        </p:xfrm>
        <a:graphic>
          <a:graphicData uri="http://schemas.openxmlformats.org/drawingml/2006/table">
            <a:tbl>
              <a:tblPr/>
              <a:tblGrid>
                <a:gridCol w="1018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6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8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2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718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01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프로젝트 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SCM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제품목록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버젼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V1.0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안주현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분류명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주문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기업고객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epc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productlist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P.NO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작성날짜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2020.07.07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344">
                <a:tc rowSpan="2"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8288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19">
            <a:extLst>
              <a:ext uri="{FF2B5EF4-FFF2-40B4-BE49-F238E27FC236}">
                <a16:creationId xmlns:a16="http://schemas.microsoft.com/office/drawing/2014/main" id="{FD58B449-AA6B-4044-AB1A-8D0644169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264" y="6616700"/>
            <a:ext cx="381061" cy="2286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latinLnBrk="1" hangingPunct="1"/>
            <a:r>
              <a:rPr kumimoji="1" lang="en-US" altLang="ko-KR" sz="900" b="1" dirty="0">
                <a:solidFill>
                  <a:schemeClr val="bg1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</a:t>
            </a:r>
            <a:endParaRPr kumimoji="1" lang="en-US" altLang="ko-KR" sz="900" dirty="0">
              <a:solidFill>
                <a:schemeClr val="tx1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3810810-80F1-4D63-9E27-F7F0B389F350}"/>
              </a:ext>
            </a:extLst>
          </p:cNvPr>
          <p:cNvSpPr txBox="1">
            <a:spLocks/>
          </p:cNvSpPr>
          <p:nvPr/>
        </p:nvSpPr>
        <p:spPr>
          <a:xfrm>
            <a:off x="180975" y="1588"/>
            <a:ext cx="3455988" cy="344487"/>
          </a:xfrm>
          <a:prstGeom prst="rect">
            <a:avLst/>
          </a:prstGeom>
        </p:spPr>
        <p:txBody>
          <a:bodyPr/>
          <a:lstStyle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2pPr>
            <a:lvl3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3pPr>
            <a:lvl4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4pPr>
            <a:lvl5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5pPr>
            <a:lvl6pPr marL="25146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6pPr>
            <a:lvl7pPr marL="29718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7pPr>
            <a:lvl8pPr marL="3429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8pPr>
            <a:lvl9pPr marL="3886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9pPr>
          </a:lstStyle>
          <a:p>
            <a:r>
              <a:rPr lang="en-US" altLang="ko-KR"/>
              <a:t>SCM </a:t>
            </a:r>
            <a:r>
              <a:rPr lang="ko-KR" altLang="en-US"/>
              <a:t>시스템</a:t>
            </a:r>
            <a:endParaRPr lang="ko-KR" altLang="en-US" dirty="0"/>
          </a:p>
        </p:txBody>
      </p:sp>
      <p:pic>
        <p:nvPicPr>
          <p:cNvPr id="8" name="그림 7" descr="스크린샷이(가) 표시된 사진&#10;&#10;자동 생성된 설명">
            <a:extLst>
              <a:ext uri="{FF2B5EF4-FFF2-40B4-BE49-F238E27FC236}">
                <a16:creationId xmlns:a16="http://schemas.microsoft.com/office/drawing/2014/main" id="{6901A537-A2AB-4932-A15E-48AC36750C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0" y="964951"/>
            <a:ext cx="7371800" cy="5470764"/>
          </a:xfrm>
          <a:prstGeom prst="rect">
            <a:avLst/>
          </a:prstGeom>
        </p:spPr>
      </p:pic>
      <p:sp>
        <p:nvSpPr>
          <p:cNvPr id="34" name="Oval 31">
            <a:extLst>
              <a:ext uri="{FF2B5EF4-FFF2-40B4-BE49-F238E27FC236}">
                <a16:creationId xmlns:a16="http://schemas.microsoft.com/office/drawing/2014/main" id="{A2FF9D29-6990-479F-9FC2-025F322AD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742" y="1488307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1</a:t>
            </a:r>
          </a:p>
        </p:txBody>
      </p:sp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3399238D-E344-4CFE-94D0-325BE9EC1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552580"/>
              </p:ext>
            </p:extLst>
          </p:nvPr>
        </p:nvGraphicFramePr>
        <p:xfrm>
          <a:off x="7366690" y="965110"/>
          <a:ext cx="2540898" cy="449407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4595">
                  <a:extLst>
                    <a:ext uri="{9D8B030D-6E8A-4147-A177-3AD203B41FA5}">
                      <a16:colId xmlns:a16="http://schemas.microsoft.com/office/drawing/2014/main" val="2493314936"/>
                    </a:ext>
                  </a:extLst>
                </a:gridCol>
                <a:gridCol w="2306303">
                  <a:extLst>
                    <a:ext uri="{9D8B030D-6E8A-4147-A177-3AD203B41FA5}">
                      <a16:colId xmlns:a16="http://schemas.microsoft.com/office/drawing/2014/main" val="142557546"/>
                    </a:ext>
                  </a:extLst>
                </a:gridCol>
              </a:tblGrid>
              <a:tr h="303650">
                <a:tc gridSpan="2">
                  <a:txBody>
                    <a:bodyPr/>
                    <a:lstStyle/>
                    <a:p>
                      <a:pPr latinLnBrk="1"/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Description</a:t>
                      </a:r>
                      <a:endParaRPr kumimoji="1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136237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1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장비선택시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대분류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동적으로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select box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option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 구성됨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Ex)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서버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선택시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제조사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option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으로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HP, IBM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309898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2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대분류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소분류 두 가지 필터를 적용하여 검색하거나 검색조건을 주지 않고 검색할 수 있음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768132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3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한 개의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row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상세정보 팝업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760727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4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고객이 주문수량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납품 희망일자를 입력해야 주문이 가능함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주문수량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default : 1)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681808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5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고객은 해당 상품을 장바구니에 담거나 바로 주문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입금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할 수 있음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637297"/>
                  </a:ext>
                </a:extLst>
              </a:tr>
            </a:tbl>
          </a:graphicData>
        </a:graphic>
      </p:graphicFrame>
      <p:sp>
        <p:nvSpPr>
          <p:cNvPr id="39" name="Oval 31">
            <a:extLst>
              <a:ext uri="{FF2B5EF4-FFF2-40B4-BE49-F238E27FC236}">
                <a16:creationId xmlns:a16="http://schemas.microsoft.com/office/drawing/2014/main" id="{9FF52B86-2F56-441E-AB3F-E302CE0D5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1756" y="1488306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40" name="Oval 31">
            <a:extLst>
              <a:ext uri="{FF2B5EF4-FFF2-40B4-BE49-F238E27FC236}">
                <a16:creationId xmlns:a16="http://schemas.microsoft.com/office/drawing/2014/main" id="{247F8B14-B3E5-4D9A-BFEF-7BB927E5F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362" y="2492896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57" name="Oval 31">
            <a:extLst>
              <a:ext uri="{FF2B5EF4-FFF2-40B4-BE49-F238E27FC236}">
                <a16:creationId xmlns:a16="http://schemas.microsoft.com/office/drawing/2014/main" id="{A48046F6-E871-43C8-8E23-958BEFBC6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969" y="3789040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4</a:t>
            </a:r>
          </a:p>
        </p:txBody>
      </p:sp>
      <p:sp>
        <p:nvSpPr>
          <p:cNvPr id="58" name="Oval 31">
            <a:extLst>
              <a:ext uri="{FF2B5EF4-FFF2-40B4-BE49-F238E27FC236}">
                <a16:creationId xmlns:a16="http://schemas.microsoft.com/office/drawing/2014/main" id="{39358E5F-076C-40A3-9A1A-1A1D423A5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578" y="6084179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081228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8" descr="top">
            <a:extLst>
              <a:ext uri="{FF2B5EF4-FFF2-40B4-BE49-F238E27FC236}">
                <a16:creationId xmlns:a16="http://schemas.microsoft.com/office/drawing/2014/main" id="{0E9D91A8-6936-4FD6-BFDF-F3532372E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7">
            <a:extLst>
              <a:ext uri="{FF2B5EF4-FFF2-40B4-BE49-F238E27FC236}">
                <a16:creationId xmlns:a16="http://schemas.microsoft.com/office/drawing/2014/main" id="{8DD9676B-92BF-455F-9B5B-DB91595E0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190" y="76200"/>
            <a:ext cx="3353337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latinLnBrk="1">
              <a:spcBef>
                <a:spcPct val="20000"/>
              </a:spcBef>
              <a:defRPr/>
            </a:pPr>
            <a:endParaRPr kumimoji="1" lang="ko-KR" altLang="en-US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aphicFrame>
        <p:nvGraphicFramePr>
          <p:cNvPr id="5" name="Group 522">
            <a:extLst>
              <a:ext uri="{FF2B5EF4-FFF2-40B4-BE49-F238E27FC236}">
                <a16:creationId xmlns:a16="http://schemas.microsoft.com/office/drawing/2014/main" id="{670ACF70-5478-40BB-B1F1-7E4381754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557081"/>
              </p:ext>
            </p:extLst>
          </p:nvPr>
        </p:nvGraphicFramePr>
        <p:xfrm>
          <a:off x="0" y="422275"/>
          <a:ext cx="9907588" cy="7848873"/>
        </p:xfrm>
        <a:graphic>
          <a:graphicData uri="http://schemas.openxmlformats.org/drawingml/2006/table">
            <a:tbl>
              <a:tblPr/>
              <a:tblGrid>
                <a:gridCol w="1018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6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8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2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718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01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프로젝트 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SCM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장바구니목록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버젼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V1.0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안주현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분류명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주문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기엄고객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epc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shoppingcart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P.NO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작성날짜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2020.07.07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344">
                <a:tc rowSpan="2"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8288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19">
            <a:extLst>
              <a:ext uri="{FF2B5EF4-FFF2-40B4-BE49-F238E27FC236}">
                <a16:creationId xmlns:a16="http://schemas.microsoft.com/office/drawing/2014/main" id="{FD58B449-AA6B-4044-AB1A-8D0644169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264" y="6616700"/>
            <a:ext cx="381061" cy="2286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latinLnBrk="1" hangingPunct="1"/>
            <a:r>
              <a:rPr kumimoji="1" lang="en-US" altLang="ko-KR" sz="900" b="1" dirty="0">
                <a:solidFill>
                  <a:schemeClr val="bg1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</a:t>
            </a:r>
            <a:endParaRPr kumimoji="1" lang="en-US" altLang="ko-KR" sz="900" dirty="0">
              <a:solidFill>
                <a:schemeClr val="tx1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3810810-80F1-4D63-9E27-F7F0B389F350}"/>
              </a:ext>
            </a:extLst>
          </p:cNvPr>
          <p:cNvSpPr txBox="1">
            <a:spLocks/>
          </p:cNvSpPr>
          <p:nvPr/>
        </p:nvSpPr>
        <p:spPr>
          <a:xfrm>
            <a:off x="180975" y="1588"/>
            <a:ext cx="3455988" cy="344487"/>
          </a:xfrm>
          <a:prstGeom prst="rect">
            <a:avLst/>
          </a:prstGeom>
        </p:spPr>
        <p:txBody>
          <a:bodyPr/>
          <a:lstStyle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2pPr>
            <a:lvl3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3pPr>
            <a:lvl4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4pPr>
            <a:lvl5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5pPr>
            <a:lvl6pPr marL="25146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6pPr>
            <a:lvl7pPr marL="29718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7pPr>
            <a:lvl8pPr marL="3429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8pPr>
            <a:lvl9pPr marL="3886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9pPr>
          </a:lstStyle>
          <a:p>
            <a:r>
              <a:rPr lang="en-US" altLang="ko-KR"/>
              <a:t>SCM </a:t>
            </a:r>
            <a:r>
              <a:rPr lang="ko-KR" altLang="en-US"/>
              <a:t>시스템</a:t>
            </a:r>
            <a:endParaRPr lang="ko-KR" altLang="en-US" dirty="0"/>
          </a:p>
        </p:txBody>
      </p:sp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3399238D-E344-4CFE-94D0-325BE9EC1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371554"/>
              </p:ext>
            </p:extLst>
          </p:nvPr>
        </p:nvGraphicFramePr>
        <p:xfrm>
          <a:off x="7366690" y="965110"/>
          <a:ext cx="2540898" cy="449407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4595">
                  <a:extLst>
                    <a:ext uri="{9D8B030D-6E8A-4147-A177-3AD203B41FA5}">
                      <a16:colId xmlns:a16="http://schemas.microsoft.com/office/drawing/2014/main" val="2493314936"/>
                    </a:ext>
                  </a:extLst>
                </a:gridCol>
                <a:gridCol w="2306303">
                  <a:extLst>
                    <a:ext uri="{9D8B030D-6E8A-4147-A177-3AD203B41FA5}">
                      <a16:colId xmlns:a16="http://schemas.microsoft.com/office/drawing/2014/main" val="142557546"/>
                    </a:ext>
                  </a:extLst>
                </a:gridCol>
              </a:tblGrid>
              <a:tr h="303650">
                <a:tc gridSpan="2">
                  <a:txBody>
                    <a:bodyPr/>
                    <a:lstStyle/>
                    <a:p>
                      <a:pPr latinLnBrk="1"/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Description</a:t>
                      </a:r>
                      <a:endParaRPr kumimoji="1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136237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1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장바구니에 담긴 항목 중 주문을 원하는 항목만 선택가능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309898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2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주문하기 전 수량을 수정할 수 있음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조절시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총 금액과 합계금액이 동적으로 변경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768132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3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납품 희망날짜 클릭 시 </a:t>
                      </a:r>
                      <a:r>
                        <a:rPr kumimoji="1" lang="en-US" alt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datepicker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이용하여 날짜를 수정할 수 있음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760727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4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해당 항목은 삭제 아이콘 클릭 시 목록에서 삭제할 수 있음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681808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5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입금하기 버튼을 누르면 프롬프트창이 뜨며 확인과 함께 주문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입금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637297"/>
                  </a:ext>
                </a:extLst>
              </a:tr>
            </a:tbl>
          </a:graphicData>
        </a:graphic>
      </p:graphicFrame>
      <p:pic>
        <p:nvPicPr>
          <p:cNvPr id="9" name="그림 8" descr="스크린샷이(가) 표시된 사진&#10;&#10;자동 생성된 설명">
            <a:extLst>
              <a:ext uri="{FF2B5EF4-FFF2-40B4-BE49-F238E27FC236}">
                <a16:creationId xmlns:a16="http://schemas.microsoft.com/office/drawing/2014/main" id="{0D5F58D5-AC64-47B9-99D0-872A6AA07A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4" y="1089025"/>
            <a:ext cx="7241302" cy="4883782"/>
          </a:xfrm>
          <a:prstGeom prst="rect">
            <a:avLst/>
          </a:prstGeom>
        </p:spPr>
      </p:pic>
      <p:sp>
        <p:nvSpPr>
          <p:cNvPr id="16" name="Oval 31">
            <a:extLst>
              <a:ext uri="{FF2B5EF4-FFF2-40B4-BE49-F238E27FC236}">
                <a16:creationId xmlns:a16="http://schemas.microsoft.com/office/drawing/2014/main" id="{C00A3D0C-23C3-4A0A-BCDE-D6ABFA798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378" y="1844824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17" name="Oval 31">
            <a:extLst>
              <a:ext uri="{FF2B5EF4-FFF2-40B4-BE49-F238E27FC236}">
                <a16:creationId xmlns:a16="http://schemas.microsoft.com/office/drawing/2014/main" id="{7E5F26EF-B464-496A-82F1-81AFFDD12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5682" y="2204864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18" name="Oval 31">
            <a:extLst>
              <a:ext uri="{FF2B5EF4-FFF2-40B4-BE49-F238E27FC236}">
                <a16:creationId xmlns:a16="http://schemas.microsoft.com/office/drawing/2014/main" id="{97BBF926-B6A2-480F-87FB-A3275EF08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4325" y="2204864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19" name="Oval 31">
            <a:extLst>
              <a:ext uri="{FF2B5EF4-FFF2-40B4-BE49-F238E27FC236}">
                <a16:creationId xmlns:a16="http://schemas.microsoft.com/office/drawing/2014/main" id="{4E0385B0-E860-4D44-B029-27F59B653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383" y="2204864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4</a:t>
            </a:r>
          </a:p>
        </p:txBody>
      </p:sp>
      <p:sp>
        <p:nvSpPr>
          <p:cNvPr id="20" name="Oval 31">
            <a:extLst>
              <a:ext uri="{FF2B5EF4-FFF2-40B4-BE49-F238E27FC236}">
                <a16:creationId xmlns:a16="http://schemas.microsoft.com/office/drawing/2014/main" id="{3C4485FF-1A97-4BB1-BBA1-5F639BA60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7355" y="5346609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889667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스크린샷이(가) 표시된 사진&#10;&#10;자동 생성된 설명">
            <a:extLst>
              <a:ext uri="{FF2B5EF4-FFF2-40B4-BE49-F238E27FC236}">
                <a16:creationId xmlns:a16="http://schemas.microsoft.com/office/drawing/2014/main" id="{5C207725-A5EA-400B-A902-B8D6A2300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5110"/>
            <a:ext cx="7366690" cy="5651590"/>
          </a:xfrm>
          <a:prstGeom prst="rect">
            <a:avLst/>
          </a:prstGeom>
        </p:spPr>
      </p:pic>
      <p:pic>
        <p:nvPicPr>
          <p:cNvPr id="3" name="Picture 18" descr="top">
            <a:extLst>
              <a:ext uri="{FF2B5EF4-FFF2-40B4-BE49-F238E27FC236}">
                <a16:creationId xmlns:a16="http://schemas.microsoft.com/office/drawing/2014/main" id="{0E9D91A8-6936-4FD6-BFDF-F3532372E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7">
            <a:extLst>
              <a:ext uri="{FF2B5EF4-FFF2-40B4-BE49-F238E27FC236}">
                <a16:creationId xmlns:a16="http://schemas.microsoft.com/office/drawing/2014/main" id="{8DD9676B-92BF-455F-9B5B-DB91595E0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190" y="76200"/>
            <a:ext cx="3353337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latinLnBrk="1">
              <a:spcBef>
                <a:spcPct val="20000"/>
              </a:spcBef>
              <a:defRPr/>
            </a:pPr>
            <a:endParaRPr kumimoji="1" lang="ko-KR" altLang="en-US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aphicFrame>
        <p:nvGraphicFramePr>
          <p:cNvPr id="5" name="Group 522">
            <a:extLst>
              <a:ext uri="{FF2B5EF4-FFF2-40B4-BE49-F238E27FC236}">
                <a16:creationId xmlns:a16="http://schemas.microsoft.com/office/drawing/2014/main" id="{670ACF70-5478-40BB-B1F1-7E4381754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656615"/>
              </p:ext>
            </p:extLst>
          </p:nvPr>
        </p:nvGraphicFramePr>
        <p:xfrm>
          <a:off x="0" y="422275"/>
          <a:ext cx="9907588" cy="7848873"/>
        </p:xfrm>
        <a:graphic>
          <a:graphicData uri="http://schemas.openxmlformats.org/drawingml/2006/table">
            <a:tbl>
              <a:tblPr/>
              <a:tblGrid>
                <a:gridCol w="1018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6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8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2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718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01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프로젝트 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SCM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주문이력조회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버젼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V1.0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안주현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분류명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반품처리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기업고객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epc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refundrequest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P.NO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작성날짜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2020.07.07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344">
                <a:tc rowSpan="2"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8288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19">
            <a:extLst>
              <a:ext uri="{FF2B5EF4-FFF2-40B4-BE49-F238E27FC236}">
                <a16:creationId xmlns:a16="http://schemas.microsoft.com/office/drawing/2014/main" id="{FD58B449-AA6B-4044-AB1A-8D0644169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264" y="6616700"/>
            <a:ext cx="381061" cy="2286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latinLnBrk="1" hangingPunct="1"/>
            <a:r>
              <a:rPr kumimoji="1" lang="en-US" altLang="ko-KR" sz="900" b="1" dirty="0">
                <a:solidFill>
                  <a:schemeClr val="bg1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</a:t>
            </a:r>
            <a:endParaRPr kumimoji="1" lang="en-US" altLang="ko-KR" sz="900" dirty="0">
              <a:solidFill>
                <a:schemeClr val="tx1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3810810-80F1-4D63-9E27-F7F0B389F350}"/>
              </a:ext>
            </a:extLst>
          </p:cNvPr>
          <p:cNvSpPr txBox="1">
            <a:spLocks/>
          </p:cNvSpPr>
          <p:nvPr/>
        </p:nvSpPr>
        <p:spPr>
          <a:xfrm>
            <a:off x="180975" y="1588"/>
            <a:ext cx="3455988" cy="344487"/>
          </a:xfrm>
          <a:prstGeom prst="rect">
            <a:avLst/>
          </a:prstGeom>
        </p:spPr>
        <p:txBody>
          <a:bodyPr/>
          <a:lstStyle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2pPr>
            <a:lvl3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3pPr>
            <a:lvl4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4pPr>
            <a:lvl5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5pPr>
            <a:lvl6pPr marL="25146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6pPr>
            <a:lvl7pPr marL="29718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7pPr>
            <a:lvl8pPr marL="3429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8pPr>
            <a:lvl9pPr marL="3886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9pPr>
          </a:lstStyle>
          <a:p>
            <a:r>
              <a:rPr lang="en-US" altLang="ko-KR"/>
              <a:t>SCM </a:t>
            </a:r>
            <a:r>
              <a:rPr lang="ko-KR" altLang="en-US"/>
              <a:t>시스템</a:t>
            </a:r>
            <a:endParaRPr lang="ko-KR" altLang="en-US" dirty="0"/>
          </a:p>
        </p:txBody>
      </p:sp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3399238D-E344-4CFE-94D0-325BE9EC1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636854"/>
              </p:ext>
            </p:extLst>
          </p:nvPr>
        </p:nvGraphicFramePr>
        <p:xfrm>
          <a:off x="7366690" y="965110"/>
          <a:ext cx="2540898" cy="510217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4595">
                  <a:extLst>
                    <a:ext uri="{9D8B030D-6E8A-4147-A177-3AD203B41FA5}">
                      <a16:colId xmlns:a16="http://schemas.microsoft.com/office/drawing/2014/main" val="2493314936"/>
                    </a:ext>
                  </a:extLst>
                </a:gridCol>
                <a:gridCol w="2306303">
                  <a:extLst>
                    <a:ext uri="{9D8B030D-6E8A-4147-A177-3AD203B41FA5}">
                      <a16:colId xmlns:a16="http://schemas.microsoft.com/office/drawing/2014/main" val="142557546"/>
                    </a:ext>
                  </a:extLst>
                </a:gridCol>
              </a:tblGrid>
              <a:tr h="303650">
                <a:tc gridSpan="2">
                  <a:txBody>
                    <a:bodyPr/>
                    <a:lstStyle/>
                    <a:p>
                      <a:pPr latinLnBrk="1"/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Description</a:t>
                      </a:r>
                      <a:endParaRPr kumimoji="1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136237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1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모델명 또는 구매일자로 검색가능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309898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2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row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하나의 주문건에 대한 </a:t>
                      </a:r>
                      <a:r>
                        <a:rPr kumimoji="1" lang="en-US" alt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subgrid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상세정보가 나타남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en-US" alt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Cf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일련번호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하나의 주문건에 대한 시퀀스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주문번호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상세 주문항목에 대한 시퀀스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768132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3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주문상태 표시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Char char="-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버튼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반품이 가능한 상태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Char char="-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배송완료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Char char="-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반품완료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Char char="-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일부반품 완료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수량 중 일부만 반품 된 경우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760727"/>
                  </a:ext>
                </a:extLst>
              </a:tr>
              <a:tr h="560012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4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하나의 주문건에 대해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반품요청할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제품과 수량을 선택할 수 있음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681808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5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반품요청 버튼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입금받을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계좌를 입력할 수 있는 팝업창이 뜸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176037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6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프롬프트창의 반품 확인 버튼을 누르면 반품요청 완료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637297"/>
                  </a:ext>
                </a:extLst>
              </a:tr>
            </a:tbl>
          </a:graphicData>
        </a:graphic>
      </p:graphicFrame>
      <p:sp>
        <p:nvSpPr>
          <p:cNvPr id="15" name="Oval 31">
            <a:extLst>
              <a:ext uri="{FF2B5EF4-FFF2-40B4-BE49-F238E27FC236}">
                <a16:creationId xmlns:a16="http://schemas.microsoft.com/office/drawing/2014/main" id="{F39C395F-497E-4DBA-90BE-48B9DA04E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386" y="1770463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21" name="Oval 31">
            <a:extLst>
              <a:ext uri="{FF2B5EF4-FFF2-40B4-BE49-F238E27FC236}">
                <a16:creationId xmlns:a16="http://schemas.microsoft.com/office/drawing/2014/main" id="{2528AA6C-FFFE-44F3-ADBC-BD54C2D1D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355" y="2462179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22" name="Oval 31">
            <a:extLst>
              <a:ext uri="{FF2B5EF4-FFF2-40B4-BE49-F238E27FC236}">
                <a16:creationId xmlns:a16="http://schemas.microsoft.com/office/drawing/2014/main" id="{8090A55A-B80B-496D-8E2B-2178EA83D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1946" y="2349608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23" name="Oval 31">
            <a:extLst>
              <a:ext uri="{FF2B5EF4-FFF2-40B4-BE49-F238E27FC236}">
                <a16:creationId xmlns:a16="http://schemas.microsoft.com/office/drawing/2014/main" id="{2DC32EC6-C1DA-40FF-A06B-663EE8D5F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9551" y="3429937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4</a:t>
            </a:r>
          </a:p>
        </p:txBody>
      </p:sp>
      <p:sp>
        <p:nvSpPr>
          <p:cNvPr id="24" name="Oval 31">
            <a:extLst>
              <a:ext uri="{FF2B5EF4-FFF2-40B4-BE49-F238E27FC236}">
                <a16:creationId xmlns:a16="http://schemas.microsoft.com/office/drawing/2014/main" id="{2D6B4019-87B4-4467-B159-5C568F4EC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737" y="6205769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6</a:t>
            </a:r>
          </a:p>
        </p:txBody>
      </p:sp>
      <p:sp>
        <p:nvSpPr>
          <p:cNvPr id="18" name="Oval 31">
            <a:extLst>
              <a:ext uri="{FF2B5EF4-FFF2-40B4-BE49-F238E27FC236}">
                <a16:creationId xmlns:a16="http://schemas.microsoft.com/office/drawing/2014/main" id="{2A75358A-E290-4E94-83B9-A7EF128F0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4976" y="4295930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638343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grpSp>
        <p:nvGrpSpPr>
          <p:cNvPr id="3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7" name="그룹 46"/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8" name="그룹 52"/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5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5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9" name="그룹 58"/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6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0" name="그룹 64"/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6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412776"/>
            <a:ext cx="2232248" cy="534535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● 등록한 </a:t>
            </a:r>
            <a:r>
              <a:rPr lang="en-US" altLang="ko-KR" sz="800" dirty="0">
                <a:solidFill>
                  <a:schemeClr val="tx1"/>
                </a:solidFill>
              </a:rPr>
              <a:t>1:1 </a:t>
            </a:r>
            <a:r>
              <a:rPr lang="ko-KR" altLang="en-US" sz="800" dirty="0">
                <a:solidFill>
                  <a:schemeClr val="tx1"/>
                </a:solidFill>
              </a:rPr>
              <a:t>문의 내역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800" dirty="0">
                <a:solidFill>
                  <a:schemeClr val="tx1"/>
                </a:solidFill>
              </a:rPr>
              <a:t>제목을 클릭했을 때 상세 내용 및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ko-KR" altLang="en-US" sz="800" dirty="0">
                <a:solidFill>
                  <a:schemeClr val="tx1"/>
                </a:solidFill>
              </a:rPr>
              <a:t>답변을 볼 수 있음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 err="1">
                <a:solidFill>
                  <a:schemeClr val="tx1"/>
                </a:solidFill>
              </a:rPr>
              <a:t>페이징</a:t>
            </a:r>
            <a:r>
              <a:rPr lang="ko-KR" altLang="en-US" sz="800">
                <a:solidFill>
                  <a:schemeClr val="tx1"/>
                </a:solidFill>
              </a:rPr>
              <a:t> 처리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>
                <a:solidFill>
                  <a:schemeClr val="tx1"/>
                </a:solidFill>
              </a:rPr>
              <a:t>로그인을 해야만 접근할 수 있음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아이디 별로 문의 내역 출력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</a:p>
          <a:p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618090" y="2060847"/>
            <a:ext cx="2232248" cy="545584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● 상세 내용 팝업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800" dirty="0">
                <a:solidFill>
                  <a:schemeClr val="tx1"/>
                </a:solidFill>
              </a:rPr>
              <a:t>등록한 내용의 상세 보기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800" dirty="0">
                <a:solidFill>
                  <a:schemeClr val="tx1"/>
                </a:solidFill>
              </a:rPr>
              <a:t>내용의 수정 및 삭제도 가능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답변이 달리기 전 까지만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800" dirty="0">
                <a:solidFill>
                  <a:schemeClr val="tx1"/>
                </a:solidFill>
              </a:rPr>
              <a:t>수정 및 삭제 시 </a:t>
            </a:r>
            <a:r>
              <a:rPr lang="en-US" altLang="ko-KR" sz="800" dirty="0">
                <a:solidFill>
                  <a:schemeClr val="tx1"/>
                </a:solidFill>
              </a:rPr>
              <a:t>alert </a:t>
            </a:r>
            <a:r>
              <a:rPr lang="ko-KR" altLang="en-US" sz="800" dirty="0">
                <a:solidFill>
                  <a:schemeClr val="tx1"/>
                </a:solidFill>
              </a:rPr>
              <a:t>팝업</a:t>
            </a:r>
            <a:endParaRPr lang="en-US" altLang="ko-KR" sz="800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● 문의 등록</a:t>
            </a:r>
            <a:endParaRPr lang="en-US" altLang="ko-KR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</a:rPr>
              <a:t>제목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카테고리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내용을 입력</a:t>
            </a:r>
            <a:endParaRPr lang="en-US" altLang="ko-KR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</a:rPr>
              <a:t>등록 버튼 클릭 시 </a:t>
            </a:r>
            <a:r>
              <a:rPr lang="en-US" altLang="ko-KR" dirty="0">
                <a:solidFill>
                  <a:schemeClr val="tx1"/>
                </a:solidFill>
              </a:rPr>
              <a:t>alert 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 bwMode="auto">
          <a:xfrm>
            <a:off x="7614098" y="388048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 bwMode="auto">
          <a:xfrm>
            <a:off x="7606196" y="45479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9BF02B10-A2FB-4241-BB75-7B6A44ECDC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9" y="1098860"/>
            <a:ext cx="7202986" cy="5282468"/>
          </a:xfrm>
          <a:prstGeom prst="rect">
            <a:avLst/>
          </a:prstGeom>
        </p:spPr>
      </p:pic>
      <p:sp>
        <p:nvSpPr>
          <p:cNvPr id="72" name="순서도: 연결자 71">
            <a:extLst>
              <a:ext uri="{FF2B5EF4-FFF2-40B4-BE49-F238E27FC236}">
                <a16:creationId xmlns:a16="http://schemas.microsoft.com/office/drawing/2014/main" id="{13473928-6B49-4FA2-B7EB-AC8D3D79E2AA}"/>
              </a:ext>
            </a:extLst>
          </p:cNvPr>
          <p:cNvSpPr/>
          <p:nvPr/>
        </p:nvSpPr>
        <p:spPr bwMode="auto">
          <a:xfrm>
            <a:off x="4161706" y="1556792"/>
            <a:ext cx="216024" cy="21602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0" lang="ko-KR" altLang="en-US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순서도: 연결자 72">
            <a:extLst>
              <a:ext uri="{FF2B5EF4-FFF2-40B4-BE49-F238E27FC236}">
                <a16:creationId xmlns:a16="http://schemas.microsoft.com/office/drawing/2014/main" id="{10A2ADBC-5322-48B3-B9EA-C8A0211D9525}"/>
              </a:ext>
            </a:extLst>
          </p:cNvPr>
          <p:cNvSpPr/>
          <p:nvPr/>
        </p:nvSpPr>
        <p:spPr bwMode="auto">
          <a:xfrm>
            <a:off x="3707365" y="2876427"/>
            <a:ext cx="216024" cy="21602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0" lang="ko-KR" altLang="en-US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순서도: 연결자 75">
            <a:extLst>
              <a:ext uri="{FF2B5EF4-FFF2-40B4-BE49-F238E27FC236}">
                <a16:creationId xmlns:a16="http://schemas.microsoft.com/office/drawing/2014/main" id="{73FBF066-C276-465D-8181-1E25019A1A3C}"/>
              </a:ext>
            </a:extLst>
          </p:cNvPr>
          <p:cNvSpPr/>
          <p:nvPr/>
        </p:nvSpPr>
        <p:spPr bwMode="auto">
          <a:xfrm>
            <a:off x="2217490" y="5651128"/>
            <a:ext cx="216024" cy="21602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0" lang="ko-KR" altLang="en-US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7AD9587-14E9-443A-A217-B9B1C382FBA6}"/>
              </a:ext>
            </a:extLst>
          </p:cNvPr>
          <p:cNvSpPr txBox="1"/>
          <p:nvPr/>
        </p:nvSpPr>
        <p:spPr>
          <a:xfrm>
            <a:off x="3225602" y="620688"/>
            <a:ext cx="15247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기업고객</a:t>
            </a:r>
            <a:r>
              <a:rPr lang="en-US" altLang="ko-KR" dirty="0">
                <a:solidFill>
                  <a:schemeClr val="tx1"/>
                </a:solidFill>
              </a:rPr>
              <a:t>] 1:1 </a:t>
            </a:r>
            <a:r>
              <a:rPr lang="ko-KR" altLang="en-US" dirty="0">
                <a:solidFill>
                  <a:schemeClr val="tx1"/>
                </a:solidFill>
              </a:rPr>
              <a:t>문의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A43D79D-CEFD-4896-BB02-2A0D193D3FFE}"/>
              </a:ext>
            </a:extLst>
          </p:cNvPr>
          <p:cNvSpPr txBox="1"/>
          <p:nvPr/>
        </p:nvSpPr>
        <p:spPr>
          <a:xfrm>
            <a:off x="3225602" y="837292"/>
            <a:ext cx="7088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solidFill>
                  <a:schemeClr val="tx1"/>
                </a:solidFill>
              </a:rPr>
              <a:t>epc</a:t>
            </a:r>
            <a:r>
              <a:rPr lang="en-US" altLang="ko-KR" dirty="0">
                <a:solidFill>
                  <a:schemeClr val="tx1"/>
                </a:solidFill>
              </a:rPr>
              <a:t>/inquiry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539852-B6EB-4402-874D-5FF7B3966C2E}"/>
              </a:ext>
            </a:extLst>
          </p:cNvPr>
          <p:cNvSpPr txBox="1"/>
          <p:nvPr/>
        </p:nvSpPr>
        <p:spPr>
          <a:xfrm>
            <a:off x="4262281" y="2035544"/>
            <a:ext cx="504056" cy="216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8" descr="top">
            <a:extLst>
              <a:ext uri="{FF2B5EF4-FFF2-40B4-BE49-F238E27FC236}">
                <a16:creationId xmlns:a16="http://schemas.microsoft.com/office/drawing/2014/main" id="{0E9D91A8-6936-4FD6-BFDF-F3532372E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7">
            <a:extLst>
              <a:ext uri="{FF2B5EF4-FFF2-40B4-BE49-F238E27FC236}">
                <a16:creationId xmlns:a16="http://schemas.microsoft.com/office/drawing/2014/main" id="{8DD9676B-92BF-455F-9B5B-DB91595E0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190" y="76200"/>
            <a:ext cx="3353337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latinLnBrk="1">
              <a:spcBef>
                <a:spcPct val="20000"/>
              </a:spcBef>
              <a:defRPr/>
            </a:pPr>
            <a:endParaRPr kumimoji="1" lang="ko-KR" altLang="en-US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aphicFrame>
        <p:nvGraphicFramePr>
          <p:cNvPr id="5" name="Group 522">
            <a:extLst>
              <a:ext uri="{FF2B5EF4-FFF2-40B4-BE49-F238E27FC236}">
                <a16:creationId xmlns:a16="http://schemas.microsoft.com/office/drawing/2014/main" id="{670ACF70-5478-40BB-B1F1-7E4381754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282761"/>
              </p:ext>
            </p:extLst>
          </p:nvPr>
        </p:nvGraphicFramePr>
        <p:xfrm>
          <a:off x="-1" y="422275"/>
          <a:ext cx="9907588" cy="6434137"/>
        </p:xfrm>
        <a:graphic>
          <a:graphicData uri="http://schemas.openxmlformats.org/drawingml/2006/table">
            <a:tbl>
              <a:tblPr/>
              <a:tblGrid>
                <a:gridCol w="1018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6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8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2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718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9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프로젝트 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SCM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로그인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버젼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V1.0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김승현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분류명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로그인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common/login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P.NO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작성날짜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2020.07.07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24">
                <a:tc rowSpan="2"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4453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Tabl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회원가입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popup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창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비밀번호 찾기 이메일 인증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인증완료 후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alert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창으로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비밀번호 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Formation</a:t>
                      </a: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제목 1">
            <a:extLst>
              <a:ext uri="{FF2B5EF4-FFF2-40B4-BE49-F238E27FC236}">
                <a16:creationId xmlns:a16="http://schemas.microsoft.com/office/drawing/2014/main" id="{33810810-80F1-4D63-9E27-F7F0B389F350}"/>
              </a:ext>
            </a:extLst>
          </p:cNvPr>
          <p:cNvSpPr txBox="1">
            <a:spLocks/>
          </p:cNvSpPr>
          <p:nvPr/>
        </p:nvSpPr>
        <p:spPr>
          <a:xfrm>
            <a:off x="180975" y="1588"/>
            <a:ext cx="3455988" cy="344487"/>
          </a:xfrm>
          <a:prstGeom prst="rect">
            <a:avLst/>
          </a:prstGeom>
        </p:spPr>
        <p:txBody>
          <a:bodyPr/>
          <a:lstStyle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2pPr>
            <a:lvl3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3pPr>
            <a:lvl4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4pPr>
            <a:lvl5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5pPr>
            <a:lvl6pPr marL="25146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6pPr>
            <a:lvl7pPr marL="29718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7pPr>
            <a:lvl8pPr marL="3429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8pPr>
            <a:lvl9pPr marL="3886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9pPr>
          </a:lstStyle>
          <a:p>
            <a:r>
              <a:rPr lang="en-US" altLang="ko-KR"/>
              <a:t>SCM </a:t>
            </a:r>
            <a:r>
              <a:rPr lang="ko-KR" altLang="en-US"/>
              <a:t>시스템</a:t>
            </a:r>
            <a:endParaRPr lang="ko-KR" altLang="en-US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63C0EDD9-EF48-4009-8123-676F7620F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2423" y="1317547"/>
            <a:ext cx="2254251" cy="60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Font typeface="맑은 고딕" panose="020B0503020000020004" pitchFamily="34" charset="-127"/>
              <a:buChar char="-"/>
            </a:pP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3C2A934-AB1A-4C2D-88F0-08EE3975C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2423" y="1920797"/>
            <a:ext cx="2254251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81642534-596C-493C-B1F6-63875E9676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05" y="1203126"/>
            <a:ext cx="6534855" cy="4641779"/>
          </a:xfrm>
          <a:prstGeom prst="rect">
            <a:avLst/>
          </a:prstGeom>
        </p:spPr>
      </p:pic>
      <p:grpSp>
        <p:nvGrpSpPr>
          <p:cNvPr id="4" name="그룹 27">
            <a:extLst>
              <a:ext uri="{FF2B5EF4-FFF2-40B4-BE49-F238E27FC236}">
                <a16:creationId xmlns:a16="http://schemas.microsoft.com/office/drawing/2014/main" id="{5D63E202-7919-4435-8C3A-89286461AD1B}"/>
              </a:ext>
            </a:extLst>
          </p:cNvPr>
          <p:cNvGrpSpPr/>
          <p:nvPr/>
        </p:nvGrpSpPr>
        <p:grpSpPr>
          <a:xfrm>
            <a:off x="7372592" y="1216445"/>
            <a:ext cx="2522705" cy="3655953"/>
            <a:chOff x="10066361" y="1944946"/>
            <a:chExt cx="2522705" cy="3655953"/>
          </a:xfrm>
        </p:grpSpPr>
        <p:sp>
          <p:nvSpPr>
            <p:cNvPr id="25" name="Rectangle 6">
              <a:extLst>
                <a:ext uri="{FF2B5EF4-FFF2-40B4-BE49-F238E27FC236}">
                  <a16:creationId xmlns:a16="http://schemas.microsoft.com/office/drawing/2014/main" id="{0659F3CC-12EC-433B-811C-FE1E8C684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444" y="3702393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3" name="Rectangle 6">
              <a:extLst>
                <a:ext uri="{FF2B5EF4-FFF2-40B4-BE49-F238E27FC236}">
                  <a16:creationId xmlns:a16="http://schemas.microsoft.com/office/drawing/2014/main" id="{2C5B58B9-4AB9-4E55-A2C1-2E303F48C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444" y="4327946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6" name="Rectangle 6">
              <a:extLst>
                <a:ext uri="{FF2B5EF4-FFF2-40B4-BE49-F238E27FC236}">
                  <a16:creationId xmlns:a16="http://schemas.microsoft.com/office/drawing/2014/main" id="{18112543-987F-442F-8D73-B3A0BB492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6471" y="4966110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0BB0134A-9710-4E81-AA3C-CC9E79CE06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2" y="1956026"/>
              <a:ext cx="6563" cy="3642547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F840BF09-CEC8-4E5F-93BF-99E55974BB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4513" y="1944946"/>
              <a:ext cx="252625" cy="601663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753AABE7-3167-4A98-B7A9-F7F0A7D268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8753" y="2560016"/>
              <a:ext cx="25262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5C1F69E7-0A47-4183-AB2C-8CFC8656E2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2559277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26" name="Rectangle 6">
              <a:extLst>
                <a:ext uri="{FF2B5EF4-FFF2-40B4-BE49-F238E27FC236}">
                  <a16:creationId xmlns:a16="http://schemas.microsoft.com/office/drawing/2014/main" id="{7688C94B-9D54-4AA0-B0CE-D8D2BC1BB5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8753" y="3102232"/>
              <a:ext cx="25262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27" name="Line 9">
              <a:extLst>
                <a:ext uri="{FF2B5EF4-FFF2-40B4-BE49-F238E27FC236}">
                  <a16:creationId xmlns:a16="http://schemas.microsoft.com/office/drawing/2014/main" id="{85AC3139-94CD-4ED4-92D3-E4C9D879DA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310223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29" name="Line 13">
              <a:extLst>
                <a:ext uri="{FF2B5EF4-FFF2-40B4-BE49-F238E27FC236}">
                  <a16:creationId xmlns:a16="http://schemas.microsoft.com/office/drawing/2014/main" id="{478CC24C-BD14-42A0-A18F-25F54C8C70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3681670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35" name="Line 13">
              <a:extLst>
                <a:ext uri="{FF2B5EF4-FFF2-40B4-BE49-F238E27FC236}">
                  <a16:creationId xmlns:a16="http://schemas.microsoft.com/office/drawing/2014/main" id="{3001EB2D-4B9C-4595-B006-42A735ADBE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2" y="4926011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39" name="Line 13">
              <a:extLst>
                <a:ext uri="{FF2B5EF4-FFF2-40B4-BE49-F238E27FC236}">
                  <a16:creationId xmlns:a16="http://schemas.microsoft.com/office/drawing/2014/main" id="{625F108E-516D-4647-9EF5-A07F75501C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8753" y="5598573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31" name="Line 13">
              <a:extLst>
                <a:ext uri="{FF2B5EF4-FFF2-40B4-BE49-F238E27FC236}">
                  <a16:creationId xmlns:a16="http://schemas.microsoft.com/office/drawing/2014/main" id="{AA552DE3-02DC-49E5-81E9-3DC96AEC73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74514" y="4297480"/>
              <a:ext cx="2500314" cy="4513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8F655507-7120-4CEA-B0C7-0E5DDAB9F9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28725" y="1956025"/>
              <a:ext cx="12653" cy="364371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16" name="Line 12">
              <a:extLst>
                <a:ext uri="{FF2B5EF4-FFF2-40B4-BE49-F238E27FC236}">
                  <a16:creationId xmlns:a16="http://schemas.microsoft.com/office/drawing/2014/main" id="{3BCE8CBC-3258-43A3-9CD1-7A1426C76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1" y="1947785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40" name="Oval 31">
            <a:extLst>
              <a:ext uri="{FF2B5EF4-FFF2-40B4-BE49-F238E27FC236}">
                <a16:creationId xmlns:a16="http://schemas.microsoft.com/office/drawing/2014/main" id="{B1F1D037-25DC-4A92-BEE0-BE59F179E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505" y="3219054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30" name="Oval 31">
            <a:extLst>
              <a:ext uri="{FF2B5EF4-FFF2-40B4-BE49-F238E27FC236}">
                <a16:creationId xmlns:a16="http://schemas.microsoft.com/office/drawing/2014/main" id="{C771AD53-EECD-460F-B467-95AFA4CB8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2598" y="1620518"/>
            <a:ext cx="309026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37" name="Oval 31">
            <a:extLst>
              <a:ext uri="{FF2B5EF4-FFF2-40B4-BE49-F238E27FC236}">
                <a16:creationId xmlns:a16="http://schemas.microsoft.com/office/drawing/2014/main" id="{DD044C78-4D0E-4234-BED1-89C5D6E56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5724" y="2498647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38" name="Oval 31">
            <a:extLst>
              <a:ext uri="{FF2B5EF4-FFF2-40B4-BE49-F238E27FC236}">
                <a16:creationId xmlns:a16="http://schemas.microsoft.com/office/drawing/2014/main" id="{CFED4B23-3B1F-47CB-AE19-54DD94614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5882" y="1973401"/>
            <a:ext cx="309026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8558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8" descr="top">
            <a:extLst>
              <a:ext uri="{FF2B5EF4-FFF2-40B4-BE49-F238E27FC236}">
                <a16:creationId xmlns:a16="http://schemas.microsoft.com/office/drawing/2014/main" id="{0E9D91A8-6936-4FD6-BFDF-F3532372E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7">
            <a:extLst>
              <a:ext uri="{FF2B5EF4-FFF2-40B4-BE49-F238E27FC236}">
                <a16:creationId xmlns:a16="http://schemas.microsoft.com/office/drawing/2014/main" id="{8DD9676B-92BF-455F-9B5B-DB91595E0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190" y="76200"/>
            <a:ext cx="3353337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latinLnBrk="1">
              <a:spcBef>
                <a:spcPct val="20000"/>
              </a:spcBef>
              <a:defRPr/>
            </a:pPr>
            <a:endParaRPr kumimoji="1" lang="ko-KR" altLang="en-US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aphicFrame>
        <p:nvGraphicFramePr>
          <p:cNvPr id="5" name="Group 522">
            <a:extLst>
              <a:ext uri="{FF2B5EF4-FFF2-40B4-BE49-F238E27FC236}">
                <a16:creationId xmlns:a16="http://schemas.microsoft.com/office/drawing/2014/main" id="{670ACF70-5478-40BB-B1F1-7E4381754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50974"/>
              </p:ext>
            </p:extLst>
          </p:nvPr>
        </p:nvGraphicFramePr>
        <p:xfrm>
          <a:off x="0" y="422275"/>
          <a:ext cx="9907588" cy="7848873"/>
        </p:xfrm>
        <a:graphic>
          <a:graphicData uri="http://schemas.openxmlformats.org/drawingml/2006/table">
            <a:tbl>
              <a:tblPr/>
              <a:tblGrid>
                <a:gridCol w="1018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6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8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2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718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01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프로젝트 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SCM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메인화면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버젼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V1.0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김승현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분류명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메인화면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common/main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P.NO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작성날짜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2020.07.07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344">
                <a:tc rowSpan="2"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8288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Tabl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로그인 타입 별 메뉴 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로그인 타입이 고객일때 보이는 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로그인 타입이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SCM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 경우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로그인 타입이 회사임원 일 경우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로그인 타입이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배송자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일 경우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모든 로그인 타입 공지사항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view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Formation</a:t>
                      </a: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19">
            <a:extLst>
              <a:ext uri="{FF2B5EF4-FFF2-40B4-BE49-F238E27FC236}">
                <a16:creationId xmlns:a16="http://schemas.microsoft.com/office/drawing/2014/main" id="{FD58B449-AA6B-4044-AB1A-8D0644169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264" y="6616700"/>
            <a:ext cx="381061" cy="2286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latinLnBrk="1" hangingPunct="1"/>
            <a:r>
              <a:rPr kumimoji="1" lang="en-US" altLang="ko-KR" sz="900" b="1" dirty="0">
                <a:solidFill>
                  <a:schemeClr val="bg1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</a:t>
            </a:r>
            <a:endParaRPr kumimoji="1" lang="en-US" altLang="ko-KR" sz="900" dirty="0">
              <a:solidFill>
                <a:schemeClr val="tx1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3810810-80F1-4D63-9E27-F7F0B389F350}"/>
              </a:ext>
            </a:extLst>
          </p:cNvPr>
          <p:cNvSpPr txBox="1">
            <a:spLocks/>
          </p:cNvSpPr>
          <p:nvPr/>
        </p:nvSpPr>
        <p:spPr>
          <a:xfrm>
            <a:off x="180975" y="1588"/>
            <a:ext cx="3455988" cy="344487"/>
          </a:xfrm>
          <a:prstGeom prst="rect">
            <a:avLst/>
          </a:prstGeom>
        </p:spPr>
        <p:txBody>
          <a:bodyPr/>
          <a:lstStyle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2pPr>
            <a:lvl3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3pPr>
            <a:lvl4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4pPr>
            <a:lvl5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5pPr>
            <a:lvl6pPr marL="25146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6pPr>
            <a:lvl7pPr marL="29718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7pPr>
            <a:lvl8pPr marL="3429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8pPr>
            <a:lvl9pPr marL="3886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9pPr>
          </a:lstStyle>
          <a:p>
            <a:r>
              <a:rPr lang="en-US" altLang="ko-KR"/>
              <a:t>SCM </a:t>
            </a:r>
            <a:r>
              <a:rPr lang="ko-KR" altLang="en-US"/>
              <a:t>시스템</a:t>
            </a:r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F88A577-C660-4F92-BB1A-279C1446C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46" y="1248564"/>
            <a:ext cx="6153583" cy="6858000"/>
          </a:xfrm>
          <a:prstGeom prst="rect">
            <a:avLst/>
          </a:prstGeom>
        </p:spPr>
      </p:pic>
      <p:sp>
        <p:nvSpPr>
          <p:cNvPr id="20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25" y="1691652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21" name="Oval 31">
            <a:extLst>
              <a:ext uri="{FF2B5EF4-FFF2-40B4-BE49-F238E27FC236}">
                <a16:creationId xmlns:a16="http://schemas.microsoft.com/office/drawing/2014/main" id="{F47EC991-D1CD-4D5F-9A82-557019728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0322" y="1832002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24" name="Oval 31">
            <a:extLst>
              <a:ext uri="{FF2B5EF4-FFF2-40B4-BE49-F238E27FC236}">
                <a16:creationId xmlns:a16="http://schemas.microsoft.com/office/drawing/2014/main" id="{58564324-15F7-427D-9935-1F7A86CCE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2372" y="3068960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4987061-7F7A-421C-8856-262486B85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004" y="4533101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</a:p>
        </p:txBody>
      </p:sp>
      <p:sp>
        <p:nvSpPr>
          <p:cNvPr id="37" name="Oval 31">
            <a:extLst>
              <a:ext uri="{FF2B5EF4-FFF2-40B4-BE49-F238E27FC236}">
                <a16:creationId xmlns:a16="http://schemas.microsoft.com/office/drawing/2014/main" id="{D63ADB85-3029-4E6C-84C0-0A7021766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004" y="5187146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5</a:t>
            </a:r>
          </a:p>
        </p:txBody>
      </p:sp>
      <p:sp>
        <p:nvSpPr>
          <p:cNvPr id="38" name="Oval 31">
            <a:extLst>
              <a:ext uri="{FF2B5EF4-FFF2-40B4-BE49-F238E27FC236}">
                <a16:creationId xmlns:a16="http://schemas.microsoft.com/office/drawing/2014/main" id="{972B9363-5C44-423E-862A-E7AB125E1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8158" y="6237312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6</a:t>
            </a:r>
          </a:p>
        </p:txBody>
      </p:sp>
      <p:grpSp>
        <p:nvGrpSpPr>
          <p:cNvPr id="7" name="그룹 40">
            <a:extLst>
              <a:ext uri="{FF2B5EF4-FFF2-40B4-BE49-F238E27FC236}">
                <a16:creationId xmlns:a16="http://schemas.microsoft.com/office/drawing/2014/main" id="{9B3B9D02-E283-4263-A05E-C83212A6D6D7}"/>
              </a:ext>
            </a:extLst>
          </p:cNvPr>
          <p:cNvGrpSpPr/>
          <p:nvPr/>
        </p:nvGrpSpPr>
        <p:grpSpPr>
          <a:xfrm>
            <a:off x="7358463" y="1248564"/>
            <a:ext cx="2522705" cy="3655953"/>
            <a:chOff x="10066361" y="1944946"/>
            <a:chExt cx="2522705" cy="3655953"/>
          </a:xfrm>
        </p:grpSpPr>
        <p:sp>
          <p:nvSpPr>
            <p:cNvPr id="42" name="Rectangle 6">
              <a:extLst>
                <a:ext uri="{FF2B5EF4-FFF2-40B4-BE49-F238E27FC236}">
                  <a16:creationId xmlns:a16="http://schemas.microsoft.com/office/drawing/2014/main" id="{3931DDA8-C4A5-4C52-917B-7AEB4B300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444" y="3702393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3" name="Rectangle 6">
              <a:extLst>
                <a:ext uri="{FF2B5EF4-FFF2-40B4-BE49-F238E27FC236}">
                  <a16:creationId xmlns:a16="http://schemas.microsoft.com/office/drawing/2014/main" id="{202178AB-42EA-4080-9F22-A932BBD6E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444" y="4327946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4" name="Rectangle 6">
              <a:extLst>
                <a:ext uri="{FF2B5EF4-FFF2-40B4-BE49-F238E27FC236}">
                  <a16:creationId xmlns:a16="http://schemas.microsoft.com/office/drawing/2014/main" id="{27A12BA0-28DE-4740-BFD0-97BC10C1F5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6471" y="4966110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45" name="Line 10">
              <a:extLst>
                <a:ext uri="{FF2B5EF4-FFF2-40B4-BE49-F238E27FC236}">
                  <a16:creationId xmlns:a16="http://schemas.microsoft.com/office/drawing/2014/main" id="{2223EFBD-EBE2-41B8-A1F6-CB84119383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2" y="1956026"/>
              <a:ext cx="6563" cy="3642547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Rectangle 4">
              <a:extLst>
                <a:ext uri="{FF2B5EF4-FFF2-40B4-BE49-F238E27FC236}">
                  <a16:creationId xmlns:a16="http://schemas.microsoft.com/office/drawing/2014/main" id="{D2DA495C-0D87-4D00-A6E2-0E6075AEB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4513" y="1944946"/>
              <a:ext cx="252625" cy="601663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47" name="Rectangle 6">
              <a:extLst>
                <a:ext uri="{FF2B5EF4-FFF2-40B4-BE49-F238E27FC236}">
                  <a16:creationId xmlns:a16="http://schemas.microsoft.com/office/drawing/2014/main" id="{F8FA0349-E85C-4E59-A36A-D5370BC7D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8753" y="2560016"/>
              <a:ext cx="25262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48" name="Line 9">
              <a:extLst>
                <a:ext uri="{FF2B5EF4-FFF2-40B4-BE49-F238E27FC236}">
                  <a16:creationId xmlns:a16="http://schemas.microsoft.com/office/drawing/2014/main" id="{BE956A14-93E7-4B89-AC38-3AF9D42284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2559277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9" name="Rectangle 6">
              <a:extLst>
                <a:ext uri="{FF2B5EF4-FFF2-40B4-BE49-F238E27FC236}">
                  <a16:creationId xmlns:a16="http://schemas.microsoft.com/office/drawing/2014/main" id="{E6300F16-FADD-4861-9586-8B8C7B035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8753" y="3102232"/>
              <a:ext cx="25262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50" name="Line 9">
              <a:extLst>
                <a:ext uri="{FF2B5EF4-FFF2-40B4-BE49-F238E27FC236}">
                  <a16:creationId xmlns:a16="http://schemas.microsoft.com/office/drawing/2014/main" id="{C0C8B30E-7105-4FC9-B667-0FC3F1F35F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310223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51" name="Line 13">
              <a:extLst>
                <a:ext uri="{FF2B5EF4-FFF2-40B4-BE49-F238E27FC236}">
                  <a16:creationId xmlns:a16="http://schemas.microsoft.com/office/drawing/2014/main" id="{4959DF77-834D-41B5-8DE2-ACAA27FC08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3681670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52" name="Line 13">
              <a:extLst>
                <a:ext uri="{FF2B5EF4-FFF2-40B4-BE49-F238E27FC236}">
                  <a16:creationId xmlns:a16="http://schemas.microsoft.com/office/drawing/2014/main" id="{80376EB1-CB07-44F7-B439-97874338B5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2" y="4926011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53" name="Line 13">
              <a:extLst>
                <a:ext uri="{FF2B5EF4-FFF2-40B4-BE49-F238E27FC236}">
                  <a16:creationId xmlns:a16="http://schemas.microsoft.com/office/drawing/2014/main" id="{C85FABA1-E911-4EDE-A6D5-10DD18736E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8753" y="5598573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54" name="Line 13">
              <a:extLst>
                <a:ext uri="{FF2B5EF4-FFF2-40B4-BE49-F238E27FC236}">
                  <a16:creationId xmlns:a16="http://schemas.microsoft.com/office/drawing/2014/main" id="{95DBFB9C-EEF8-412F-981B-9430FBF798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74514" y="4297480"/>
              <a:ext cx="2500314" cy="4513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55" name="Line 8">
              <a:extLst>
                <a:ext uri="{FF2B5EF4-FFF2-40B4-BE49-F238E27FC236}">
                  <a16:creationId xmlns:a16="http://schemas.microsoft.com/office/drawing/2014/main" id="{145895AD-5D51-4D07-9056-2EC1109D3E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28725" y="1956025"/>
              <a:ext cx="12653" cy="364371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56" name="Line 12">
              <a:extLst>
                <a:ext uri="{FF2B5EF4-FFF2-40B4-BE49-F238E27FC236}">
                  <a16:creationId xmlns:a16="http://schemas.microsoft.com/office/drawing/2014/main" id="{890A03D1-CCDA-48E3-B8D2-2F3547C521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1" y="1947785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8122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테마">
      <a:majorFont>
        <a:latin typeface="HY견고딕"/>
        <a:ea typeface=""/>
        <a:cs typeface="HY견고딕"/>
      </a:majorFont>
      <a:minorFont>
        <a:latin typeface="HY견고딕"/>
        <a:ea typeface=""/>
        <a:cs typeface="HY견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ko-KR" sz="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ko-KR" sz="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lnDef>
  </a:objectDefaults>
  <a:extraClrSchemeLst>
    <a:extraClrScheme>
      <a:clrScheme name="Office 테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테마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 테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테마">
      <a:majorFont>
        <a:latin typeface="HY견고딕"/>
        <a:ea typeface=""/>
        <a:cs typeface="HY견고딕"/>
      </a:majorFont>
      <a:minorFont>
        <a:latin typeface="HY견고딕"/>
        <a:ea typeface=""/>
        <a:cs typeface="HY견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 w="12600" cap="sq">
          <a:solidFill>
            <a:srgbClr val="000000"/>
          </a:solidFill>
          <a:miter lim="800000"/>
          <a:headEnd/>
          <a:tailEnd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/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ko-KR" sz="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lnDef>
  </a:objectDefaults>
  <a:extraClrSchemeLst>
    <a:extraClrScheme>
      <a:clrScheme name="Office 테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테마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EZ사업부 템플릿">
  <a:themeElements>
    <a:clrScheme name="JustSELL문서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보자기">
      <a:majorFont>
        <a:latin typeface="Lucida Sans"/>
        <a:ea typeface=""/>
        <a:cs typeface=""/>
        <a:font script="Grek" typeface="Arial"/>
        <a:font script="Cyrl" typeface="Arial"/>
        <a:font script="Jpan" typeface="HGP明朝E"/>
        <a:font script="Hang" typeface="HY견고딕"/>
        <a:font script="Hans" typeface="华文楷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Lucida Sans"/>
        <a:ea typeface=""/>
        <a:cs typeface=""/>
        <a:font script="Grek" typeface="Arial"/>
        <a:font script="Cyrl" typeface="Arial"/>
        <a:font script="Jpan" typeface="HGP明朝E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dirty="0"/>
        </a:defPPr>
      </a:lstStyle>
    </a:txDef>
  </a:objectDefaults>
  <a:extraClrSchemeLst>
    <a:extraClrScheme>
      <a:clrScheme name="JustSELL문서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ustSELL문서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ustSELL문서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ustSELL문서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ustSELL문서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ustSELL문서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ustSELL문서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ustSELL문서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ustSELL문서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ustSELL문서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ustSELL문서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ustSELL문서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10818</TotalTime>
  <Words>2415</Words>
  <Application>Microsoft Office PowerPoint</Application>
  <PresentationFormat>사용자 지정</PresentationFormat>
  <Paragraphs>920</Paragraphs>
  <Slides>32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32</vt:i4>
      </vt:variant>
    </vt:vector>
  </HeadingPairs>
  <TitlesOfParts>
    <vt:vector size="44" baseType="lpstr">
      <vt:lpstr>HY견고딕</vt:lpstr>
      <vt:lpstr>HY울릉도M</vt:lpstr>
      <vt:lpstr>HY헤드라인M</vt:lpstr>
      <vt:lpstr>굴림</vt:lpstr>
      <vt:lpstr>맑은 고딕</vt:lpstr>
      <vt:lpstr>휴먼옛체</vt:lpstr>
      <vt:lpstr>Arial</vt:lpstr>
      <vt:lpstr>Lucida Sans</vt:lpstr>
      <vt:lpstr>Times New Roman</vt:lpstr>
      <vt:lpstr>Office 테마</vt:lpstr>
      <vt:lpstr>Office 테마</vt:lpstr>
      <vt:lpstr>EZ사업부 템플릿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HACCP 관리시스템    화면사양서</dc:title>
  <dc:creator>김철민</dc:creator>
  <cp:lastModifiedBy>이 도현</cp:lastModifiedBy>
  <cp:revision>841</cp:revision>
  <cp:lastPrinted>1601-01-01T00:00:00Z</cp:lastPrinted>
  <dcterms:created xsi:type="dcterms:W3CDTF">2008-10-14T05:47:18Z</dcterms:created>
  <dcterms:modified xsi:type="dcterms:W3CDTF">2020-11-08T23:49:29Z</dcterms:modified>
</cp:coreProperties>
</file>